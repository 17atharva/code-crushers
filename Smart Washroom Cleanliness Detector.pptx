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3" r:id="rId3"/>
    <p:sldId id="256" r:id="rId4"/>
    <p:sldId id="264" r:id="rId5"/>
    <p:sldId id="265" r:id="rId6"/>
    <p:sldId id="257" r:id="rId7"/>
    <p:sldId id="258" r:id="rId8"/>
    <p:sldId id="259" r:id="rId9"/>
    <p:sldId id="260"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2BFBDC-54C1-4F2A-B3DA-0664BC650DF4}"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IN"/>
        </a:p>
      </dgm:t>
    </dgm:pt>
    <dgm:pt modelId="{2C22222C-4F3A-432B-BFA8-03CBA5CED102}">
      <dgm:prSet phldrT="[Text]" custT="1"/>
      <dgm:spPr/>
      <dgm:t>
        <a:bodyPr/>
        <a:lstStyle/>
        <a:p>
          <a:r>
            <a:rPr lang="en-IN" sz="2800" dirty="0">
              <a:latin typeface="Century Schoolbook" panose="02040604050505020304" pitchFamily="18" charset="0"/>
            </a:rPr>
            <a:t>ESP-32</a:t>
          </a:r>
        </a:p>
      </dgm:t>
    </dgm:pt>
    <dgm:pt modelId="{98CFEFD7-8551-45CC-8335-065BF976F4B6}" type="parTrans" cxnId="{C2D5E9FC-995B-4504-810E-1F05C13A826D}">
      <dgm:prSet/>
      <dgm:spPr/>
      <dgm:t>
        <a:bodyPr/>
        <a:lstStyle/>
        <a:p>
          <a:endParaRPr lang="en-IN" sz="2800">
            <a:latin typeface="Century Schoolbook" panose="02040604050505020304" pitchFamily="18" charset="0"/>
          </a:endParaRPr>
        </a:p>
      </dgm:t>
    </dgm:pt>
    <dgm:pt modelId="{FB0B59D0-ABF8-4618-B896-720FEC7E4AE0}" type="sibTrans" cxnId="{C2D5E9FC-995B-4504-810E-1F05C13A826D}">
      <dgm:prSet/>
      <dgm:spPr/>
      <dgm:t>
        <a:bodyPr/>
        <a:lstStyle/>
        <a:p>
          <a:endParaRPr lang="en-IN" sz="2800">
            <a:latin typeface="Century Schoolbook" panose="02040604050505020304" pitchFamily="18" charset="0"/>
          </a:endParaRPr>
        </a:p>
      </dgm:t>
    </dgm:pt>
    <dgm:pt modelId="{DCC55228-FE63-42EE-8E34-8C756F5D0CEF}">
      <dgm:prSet phldrT="[Text]" custT="1"/>
      <dgm:spPr/>
      <dgm:t>
        <a:bodyPr/>
        <a:lstStyle/>
        <a:p>
          <a:r>
            <a:rPr lang="en-IN" sz="2400" dirty="0">
              <a:latin typeface="Century Schoolbook" panose="02040604050505020304" pitchFamily="18" charset="0"/>
            </a:rPr>
            <a:t>Ultrasonic sensor</a:t>
          </a:r>
        </a:p>
      </dgm:t>
    </dgm:pt>
    <dgm:pt modelId="{B2FC4CE0-76DB-464F-84E4-3F2DB38D5AB3}" type="parTrans" cxnId="{1512C2F8-933C-4BEE-9AD0-1C0D7B4F2EAA}">
      <dgm:prSet/>
      <dgm:spPr/>
      <dgm:t>
        <a:bodyPr/>
        <a:lstStyle/>
        <a:p>
          <a:endParaRPr lang="en-IN" sz="2800">
            <a:latin typeface="Century Schoolbook" panose="02040604050505020304" pitchFamily="18" charset="0"/>
          </a:endParaRPr>
        </a:p>
      </dgm:t>
    </dgm:pt>
    <dgm:pt modelId="{16564320-990B-4E91-8A8D-347DADF560D1}" type="sibTrans" cxnId="{1512C2F8-933C-4BEE-9AD0-1C0D7B4F2EAA}">
      <dgm:prSet/>
      <dgm:spPr/>
      <dgm:t>
        <a:bodyPr/>
        <a:lstStyle/>
        <a:p>
          <a:endParaRPr lang="en-IN" sz="2800">
            <a:latin typeface="Century Schoolbook" panose="02040604050505020304" pitchFamily="18" charset="0"/>
          </a:endParaRPr>
        </a:p>
      </dgm:t>
    </dgm:pt>
    <dgm:pt modelId="{1CDEF7EC-7444-428A-8820-CF5FCB9DE3C0}">
      <dgm:prSet phldrT="[Text]"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45720" tIns="45720" rIns="45720" bIns="45720" numCol="1" spcCol="1270" anchor="ctr" anchorCtr="0"/>
        <a:lstStyle/>
        <a:p>
          <a:pPr marL="0" lvl="0" indent="0" algn="ctr" defTabSz="1066800">
            <a:lnSpc>
              <a:spcPct val="90000"/>
            </a:lnSpc>
            <a:spcBef>
              <a:spcPct val="0"/>
            </a:spcBef>
            <a:spcAft>
              <a:spcPct val="35000"/>
            </a:spcAft>
            <a:buNone/>
          </a:pPr>
          <a:r>
            <a:rPr lang="en-IN" sz="2400" kern="1200" dirty="0">
              <a:solidFill>
                <a:prstClr val="white"/>
              </a:solidFill>
              <a:latin typeface="Century Schoolbook" panose="02040604050505020304" pitchFamily="18" charset="0"/>
              <a:ea typeface="+mn-ea"/>
              <a:cs typeface="+mn-cs"/>
            </a:rPr>
            <a:t>MQ-135</a:t>
          </a:r>
        </a:p>
      </dgm:t>
    </dgm:pt>
    <dgm:pt modelId="{E4D033F5-6A23-43E1-878B-1F80B6CEE3A0}" type="parTrans" cxnId="{3BB800D0-EC5E-4547-88BC-5332E0F49E06}">
      <dgm:prSet/>
      <dgm:spPr/>
      <dgm:t>
        <a:bodyPr/>
        <a:lstStyle/>
        <a:p>
          <a:endParaRPr lang="en-IN" sz="2800">
            <a:latin typeface="Century Schoolbook" panose="02040604050505020304" pitchFamily="18" charset="0"/>
          </a:endParaRPr>
        </a:p>
      </dgm:t>
    </dgm:pt>
    <dgm:pt modelId="{FF306C21-A355-480A-BB21-446A126BDAA9}" type="sibTrans" cxnId="{3BB800D0-EC5E-4547-88BC-5332E0F49E06}">
      <dgm:prSet/>
      <dgm:spPr/>
      <dgm:t>
        <a:bodyPr/>
        <a:lstStyle/>
        <a:p>
          <a:endParaRPr lang="en-IN" sz="2800">
            <a:latin typeface="Century Schoolbook" panose="02040604050505020304" pitchFamily="18" charset="0"/>
          </a:endParaRPr>
        </a:p>
      </dgm:t>
    </dgm:pt>
    <dgm:pt modelId="{0CBEFF09-BE07-40F8-B91C-66ED3394DBBB}">
      <dgm:prSet phldrT="[Text]"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45720" tIns="45720" rIns="45720" bIns="45720" numCol="1" spcCol="1270" anchor="ctr" anchorCtr="0"/>
        <a:lstStyle/>
        <a:p>
          <a:r>
            <a:rPr lang="en-IN" sz="2800" dirty="0">
              <a:latin typeface="Century Schoolbook" panose="02040604050505020304" pitchFamily="18" charset="0"/>
            </a:rPr>
            <a:t>IR proximity sensor</a:t>
          </a:r>
        </a:p>
      </dgm:t>
    </dgm:pt>
    <dgm:pt modelId="{6ACCCE3D-D6E0-441B-9CB8-9C771AA6D8AD}" type="parTrans" cxnId="{2E5E594E-19C4-4441-8D24-22E5C0D99AEC}">
      <dgm:prSet/>
      <dgm:spPr/>
      <dgm:t>
        <a:bodyPr/>
        <a:lstStyle/>
        <a:p>
          <a:endParaRPr lang="en-IN" sz="2800">
            <a:latin typeface="Century Schoolbook" panose="02040604050505020304" pitchFamily="18" charset="0"/>
          </a:endParaRPr>
        </a:p>
      </dgm:t>
    </dgm:pt>
    <dgm:pt modelId="{23E8DD8E-BED2-42CD-BA8B-65D90B9D67FB}" type="sibTrans" cxnId="{2E5E594E-19C4-4441-8D24-22E5C0D99AEC}">
      <dgm:prSet/>
      <dgm:spPr/>
      <dgm:t>
        <a:bodyPr/>
        <a:lstStyle/>
        <a:p>
          <a:endParaRPr lang="en-IN" sz="2800">
            <a:latin typeface="Century Schoolbook" panose="02040604050505020304" pitchFamily="18" charset="0"/>
          </a:endParaRPr>
        </a:p>
      </dgm:t>
    </dgm:pt>
    <dgm:pt modelId="{1810875A-CD59-4790-92E4-E5D9429F3AD2}" type="pres">
      <dgm:prSet presAssocID="{9C2BFBDC-54C1-4F2A-B3DA-0664BC650DF4}" presName="cycle" presStyleCnt="0">
        <dgm:presLayoutVars>
          <dgm:chMax val="1"/>
          <dgm:dir/>
          <dgm:animLvl val="ctr"/>
          <dgm:resizeHandles val="exact"/>
        </dgm:presLayoutVars>
      </dgm:prSet>
      <dgm:spPr/>
    </dgm:pt>
    <dgm:pt modelId="{DE865619-1583-4179-8D27-A04D32AA8502}" type="pres">
      <dgm:prSet presAssocID="{2C22222C-4F3A-432B-BFA8-03CBA5CED102}" presName="centerShape" presStyleLbl="node0" presStyleIdx="0" presStyleCnt="1"/>
      <dgm:spPr/>
    </dgm:pt>
    <dgm:pt modelId="{AE5A4E52-D5F2-4F12-A1FE-938C2CC42BC5}" type="pres">
      <dgm:prSet presAssocID="{B2FC4CE0-76DB-464F-84E4-3F2DB38D5AB3}" presName="parTrans" presStyleLbl="bgSibTrans2D1" presStyleIdx="0" presStyleCnt="3"/>
      <dgm:spPr/>
    </dgm:pt>
    <dgm:pt modelId="{3B57F5FE-3BC8-4D02-AB6A-1D83225DA778}" type="pres">
      <dgm:prSet presAssocID="{DCC55228-FE63-42EE-8E34-8C756F5D0CEF}" presName="node" presStyleLbl="node1" presStyleIdx="0" presStyleCnt="3">
        <dgm:presLayoutVars>
          <dgm:bulletEnabled val="1"/>
        </dgm:presLayoutVars>
      </dgm:prSet>
      <dgm:spPr/>
    </dgm:pt>
    <dgm:pt modelId="{484407D9-E8CC-46EE-95F3-9203ECAEF692}" type="pres">
      <dgm:prSet presAssocID="{E4D033F5-6A23-43E1-878B-1F80B6CEE3A0}" presName="parTrans" presStyleLbl="bgSibTrans2D1" presStyleIdx="1" presStyleCnt="3"/>
      <dgm:spPr/>
    </dgm:pt>
    <dgm:pt modelId="{6B73CB8E-0FF7-4B2F-9FA6-DC74B60149B2}" type="pres">
      <dgm:prSet presAssocID="{1CDEF7EC-7444-428A-8820-CF5FCB9DE3C0}" presName="node" presStyleLbl="node1" presStyleIdx="1" presStyleCnt="3">
        <dgm:presLayoutVars>
          <dgm:bulletEnabled val="1"/>
        </dgm:presLayoutVars>
      </dgm:prSet>
      <dgm:spPr>
        <a:xfrm>
          <a:off x="2153952" y="49915"/>
          <a:ext cx="1844871" cy="1475897"/>
        </a:xfrm>
        <a:prstGeom prst="roundRect">
          <a:avLst>
            <a:gd name="adj" fmla="val 10000"/>
          </a:avLst>
        </a:prstGeom>
      </dgm:spPr>
    </dgm:pt>
    <dgm:pt modelId="{B091D215-C4D3-498A-A916-37A4BB7B1273}" type="pres">
      <dgm:prSet presAssocID="{6ACCCE3D-D6E0-441B-9CB8-9C771AA6D8AD}" presName="parTrans" presStyleLbl="bgSibTrans2D1" presStyleIdx="2" presStyleCnt="3"/>
      <dgm:spPr/>
    </dgm:pt>
    <dgm:pt modelId="{F7201FD3-A245-4E60-9B1A-2AA1FC6DF1CD}" type="pres">
      <dgm:prSet presAssocID="{0CBEFF09-BE07-40F8-B91C-66ED3394DBBB}" presName="node" presStyleLbl="node1" presStyleIdx="2" presStyleCnt="3" custRadScaleRad="98453" custRadScaleInc="546">
        <dgm:presLayoutVars>
          <dgm:bulletEnabled val="1"/>
        </dgm:presLayoutVars>
      </dgm:prSet>
      <dgm:spPr>
        <a:xfrm>
          <a:off x="4280434" y="1205258"/>
          <a:ext cx="1844871" cy="1475897"/>
        </a:xfrm>
        <a:prstGeom prst="roundRect">
          <a:avLst>
            <a:gd name="adj" fmla="val 10000"/>
          </a:avLst>
        </a:prstGeom>
      </dgm:spPr>
    </dgm:pt>
  </dgm:ptLst>
  <dgm:cxnLst>
    <dgm:cxn modelId="{1E32BC03-32AF-4E83-A686-6C928799EE04}" type="presOf" srcId="{DCC55228-FE63-42EE-8E34-8C756F5D0CEF}" destId="{3B57F5FE-3BC8-4D02-AB6A-1D83225DA778}" srcOrd="0" destOrd="0" presId="urn:microsoft.com/office/officeart/2005/8/layout/radial4"/>
    <dgm:cxn modelId="{9D85920D-D850-4701-99BA-8A646290C186}" type="presOf" srcId="{0CBEFF09-BE07-40F8-B91C-66ED3394DBBB}" destId="{F7201FD3-A245-4E60-9B1A-2AA1FC6DF1CD}" srcOrd="0" destOrd="0" presId="urn:microsoft.com/office/officeart/2005/8/layout/radial4"/>
    <dgm:cxn modelId="{3D2CC216-A155-4C8E-9ECE-A34944762B65}" type="presOf" srcId="{1CDEF7EC-7444-428A-8820-CF5FCB9DE3C0}" destId="{6B73CB8E-0FF7-4B2F-9FA6-DC74B60149B2}" srcOrd="0" destOrd="0" presId="urn:microsoft.com/office/officeart/2005/8/layout/radial4"/>
    <dgm:cxn modelId="{2A967930-99AF-4FD3-87DA-D2EE78D332A6}" type="presOf" srcId="{B2FC4CE0-76DB-464F-84E4-3F2DB38D5AB3}" destId="{AE5A4E52-D5F2-4F12-A1FE-938C2CC42BC5}" srcOrd="0" destOrd="0" presId="urn:microsoft.com/office/officeart/2005/8/layout/radial4"/>
    <dgm:cxn modelId="{7056B861-1BB3-49C3-A7E9-493A00D2B8EC}" type="presOf" srcId="{6ACCCE3D-D6E0-441B-9CB8-9C771AA6D8AD}" destId="{B091D215-C4D3-498A-A916-37A4BB7B1273}" srcOrd="0" destOrd="0" presId="urn:microsoft.com/office/officeart/2005/8/layout/radial4"/>
    <dgm:cxn modelId="{2E5E594E-19C4-4441-8D24-22E5C0D99AEC}" srcId="{2C22222C-4F3A-432B-BFA8-03CBA5CED102}" destId="{0CBEFF09-BE07-40F8-B91C-66ED3394DBBB}" srcOrd="2" destOrd="0" parTransId="{6ACCCE3D-D6E0-441B-9CB8-9C771AA6D8AD}" sibTransId="{23E8DD8E-BED2-42CD-BA8B-65D90B9D67FB}"/>
    <dgm:cxn modelId="{75C53E58-8E87-4AEE-AD4C-96B403B91109}" type="presOf" srcId="{9C2BFBDC-54C1-4F2A-B3DA-0664BC650DF4}" destId="{1810875A-CD59-4790-92E4-E5D9429F3AD2}" srcOrd="0" destOrd="0" presId="urn:microsoft.com/office/officeart/2005/8/layout/radial4"/>
    <dgm:cxn modelId="{3486A781-D81F-44EB-8389-B05DE94D7161}" type="presOf" srcId="{2C22222C-4F3A-432B-BFA8-03CBA5CED102}" destId="{DE865619-1583-4179-8D27-A04D32AA8502}" srcOrd="0" destOrd="0" presId="urn:microsoft.com/office/officeart/2005/8/layout/radial4"/>
    <dgm:cxn modelId="{1258108D-EF83-455C-A944-E98685BDC034}" type="presOf" srcId="{E4D033F5-6A23-43E1-878B-1F80B6CEE3A0}" destId="{484407D9-E8CC-46EE-95F3-9203ECAEF692}" srcOrd="0" destOrd="0" presId="urn:microsoft.com/office/officeart/2005/8/layout/radial4"/>
    <dgm:cxn modelId="{3BB800D0-EC5E-4547-88BC-5332E0F49E06}" srcId="{2C22222C-4F3A-432B-BFA8-03CBA5CED102}" destId="{1CDEF7EC-7444-428A-8820-CF5FCB9DE3C0}" srcOrd="1" destOrd="0" parTransId="{E4D033F5-6A23-43E1-878B-1F80B6CEE3A0}" sibTransId="{FF306C21-A355-480A-BB21-446A126BDAA9}"/>
    <dgm:cxn modelId="{1512C2F8-933C-4BEE-9AD0-1C0D7B4F2EAA}" srcId="{2C22222C-4F3A-432B-BFA8-03CBA5CED102}" destId="{DCC55228-FE63-42EE-8E34-8C756F5D0CEF}" srcOrd="0" destOrd="0" parTransId="{B2FC4CE0-76DB-464F-84E4-3F2DB38D5AB3}" sibTransId="{16564320-990B-4E91-8A8D-347DADF560D1}"/>
    <dgm:cxn modelId="{C2D5E9FC-995B-4504-810E-1F05C13A826D}" srcId="{9C2BFBDC-54C1-4F2A-B3DA-0664BC650DF4}" destId="{2C22222C-4F3A-432B-BFA8-03CBA5CED102}" srcOrd="0" destOrd="0" parTransId="{98CFEFD7-8551-45CC-8335-065BF976F4B6}" sibTransId="{FB0B59D0-ABF8-4618-B896-720FEC7E4AE0}"/>
    <dgm:cxn modelId="{3EBC37C0-493C-4C47-AD19-4A43BEEC9DB9}" type="presParOf" srcId="{1810875A-CD59-4790-92E4-E5D9429F3AD2}" destId="{DE865619-1583-4179-8D27-A04D32AA8502}" srcOrd="0" destOrd="0" presId="urn:microsoft.com/office/officeart/2005/8/layout/radial4"/>
    <dgm:cxn modelId="{98BDCDB5-DD2B-4177-A5DE-A91E8EF92EC1}" type="presParOf" srcId="{1810875A-CD59-4790-92E4-E5D9429F3AD2}" destId="{AE5A4E52-D5F2-4F12-A1FE-938C2CC42BC5}" srcOrd="1" destOrd="0" presId="urn:microsoft.com/office/officeart/2005/8/layout/radial4"/>
    <dgm:cxn modelId="{5B2C82C6-E739-4EC3-B61D-507117A378D0}" type="presParOf" srcId="{1810875A-CD59-4790-92E4-E5D9429F3AD2}" destId="{3B57F5FE-3BC8-4D02-AB6A-1D83225DA778}" srcOrd="2" destOrd="0" presId="urn:microsoft.com/office/officeart/2005/8/layout/radial4"/>
    <dgm:cxn modelId="{F9441CC8-76F2-4F1D-BF54-55D892C5F9DA}" type="presParOf" srcId="{1810875A-CD59-4790-92E4-E5D9429F3AD2}" destId="{484407D9-E8CC-46EE-95F3-9203ECAEF692}" srcOrd="3" destOrd="0" presId="urn:microsoft.com/office/officeart/2005/8/layout/radial4"/>
    <dgm:cxn modelId="{9514E23B-92C9-4DA5-B0FC-CA2E33CEEC43}" type="presParOf" srcId="{1810875A-CD59-4790-92E4-E5D9429F3AD2}" destId="{6B73CB8E-0FF7-4B2F-9FA6-DC74B60149B2}" srcOrd="4" destOrd="0" presId="urn:microsoft.com/office/officeart/2005/8/layout/radial4"/>
    <dgm:cxn modelId="{F6CD2AEE-A730-4067-84EE-95C6E62CC6D4}" type="presParOf" srcId="{1810875A-CD59-4790-92E4-E5D9429F3AD2}" destId="{B091D215-C4D3-498A-A916-37A4BB7B1273}" srcOrd="5" destOrd="0" presId="urn:microsoft.com/office/officeart/2005/8/layout/radial4"/>
    <dgm:cxn modelId="{1E2BA8B1-CB81-4AD0-AE57-B942C37FBA4C}" type="presParOf" srcId="{1810875A-CD59-4790-92E4-E5D9429F3AD2}" destId="{F7201FD3-A245-4E60-9B1A-2AA1FC6DF1CD}"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AEA1B2-56E5-46E0-A1BE-7BE5A644FC25}" type="doc">
      <dgm:prSet loTypeId="urn:microsoft.com/office/officeart/2005/8/layout/hChevron3" loCatId="process" qsTypeId="urn:microsoft.com/office/officeart/2005/8/quickstyle/simple1" qsCatId="simple" csTypeId="urn:microsoft.com/office/officeart/2005/8/colors/accent1_2" csCatId="accent1" phldr="1"/>
      <dgm:spPr/>
    </dgm:pt>
    <dgm:pt modelId="{6E2ABF96-A9C0-4C2B-84FE-B4EEBCBEF6DA}">
      <dgm:prSet phldrT="[Text]"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96012" tIns="32004" rIns="32004" bIns="32004" numCol="1" spcCol="1270" anchor="ctr" anchorCtr="0"/>
        <a:lstStyle/>
        <a:p>
          <a:pPr marL="0" lvl="0" indent="0" algn="ctr" defTabSz="1066800">
            <a:lnSpc>
              <a:spcPct val="90000"/>
            </a:lnSpc>
            <a:spcBef>
              <a:spcPct val="0"/>
            </a:spcBef>
            <a:spcAft>
              <a:spcPct val="35000"/>
            </a:spcAft>
            <a:buNone/>
          </a:pPr>
          <a:r>
            <a:rPr lang="en-IN" sz="2400" kern="1200" dirty="0">
              <a:solidFill>
                <a:prstClr val="white"/>
              </a:solidFill>
              <a:latin typeface="Century Schoolbook" panose="02040604050505020304" pitchFamily="18" charset="0"/>
              <a:ea typeface="+mn-ea"/>
              <a:cs typeface="+mn-cs"/>
            </a:rPr>
            <a:t>DC power supply</a:t>
          </a:r>
        </a:p>
      </dgm:t>
    </dgm:pt>
    <dgm:pt modelId="{33F84B7A-7A42-41D1-AD51-FAF09C137027}" type="parTrans" cxnId="{0499ACEA-8C26-459B-BDA6-C08D5E30FFBE}">
      <dgm:prSet/>
      <dgm:spPr/>
      <dgm:t>
        <a:bodyPr/>
        <a:lstStyle/>
        <a:p>
          <a:endParaRPr lang="en-IN"/>
        </a:p>
      </dgm:t>
    </dgm:pt>
    <dgm:pt modelId="{07C7C62F-D7CF-4453-A408-D53F51B4A2DC}" type="sibTrans" cxnId="{0499ACEA-8C26-459B-BDA6-C08D5E30FFBE}">
      <dgm:prSet/>
      <dgm:spPr/>
      <dgm:t>
        <a:bodyPr/>
        <a:lstStyle/>
        <a:p>
          <a:endParaRPr lang="en-IN"/>
        </a:p>
      </dgm:t>
    </dgm:pt>
    <dgm:pt modelId="{CAB5A5F8-C9A0-4071-87D4-4B885D747149}">
      <dgm:prSet phldrT="[Text]"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96012" tIns="32004" rIns="32004" bIns="32004" numCol="1" spcCol="1270" anchor="ctr" anchorCtr="0"/>
        <a:lstStyle/>
        <a:p>
          <a:pPr algn="ctr"/>
          <a:r>
            <a:rPr lang="en-IN" sz="2400" kern="1200" dirty="0">
              <a:solidFill>
                <a:prstClr val="white"/>
              </a:solidFill>
              <a:latin typeface="Century Schoolbook" panose="02040604050505020304" pitchFamily="18" charset="0"/>
              <a:ea typeface="+mn-ea"/>
              <a:cs typeface="+mn-cs"/>
            </a:rPr>
            <a:t>FTDI</a:t>
          </a:r>
          <a:r>
            <a:rPr lang="en-IN" sz="5600" kern="1200" dirty="0"/>
            <a:t> </a:t>
          </a:r>
        </a:p>
      </dgm:t>
    </dgm:pt>
    <dgm:pt modelId="{F29B74BC-A10C-4302-8ECB-C9B940B2A6C9}" type="parTrans" cxnId="{C184C07D-2F6A-46C0-8587-F6116E7D4805}">
      <dgm:prSet/>
      <dgm:spPr/>
      <dgm:t>
        <a:bodyPr/>
        <a:lstStyle/>
        <a:p>
          <a:endParaRPr lang="en-IN"/>
        </a:p>
      </dgm:t>
    </dgm:pt>
    <dgm:pt modelId="{AD540639-E34E-4AF2-803A-5F38CDD58F64}" type="sibTrans" cxnId="{C184C07D-2F6A-46C0-8587-F6116E7D4805}">
      <dgm:prSet/>
      <dgm:spPr/>
      <dgm:t>
        <a:bodyPr/>
        <a:lstStyle/>
        <a:p>
          <a:endParaRPr lang="en-IN"/>
        </a:p>
      </dgm:t>
    </dgm:pt>
    <dgm:pt modelId="{8F095A46-4F74-44AC-A4BF-277E67AEAF80}" type="pres">
      <dgm:prSet presAssocID="{16AEA1B2-56E5-46E0-A1BE-7BE5A644FC25}" presName="Name0" presStyleCnt="0">
        <dgm:presLayoutVars>
          <dgm:dir/>
          <dgm:resizeHandles val="exact"/>
        </dgm:presLayoutVars>
      </dgm:prSet>
      <dgm:spPr/>
    </dgm:pt>
    <dgm:pt modelId="{0E34267B-38CF-4ED7-8B61-3605C02840AF}" type="pres">
      <dgm:prSet presAssocID="{6E2ABF96-A9C0-4C2B-84FE-B4EEBCBEF6DA}" presName="parTxOnly" presStyleLbl="node1" presStyleIdx="0" presStyleCnt="2" custScaleX="98315" custScaleY="98919">
        <dgm:presLayoutVars>
          <dgm:bulletEnabled val="1"/>
        </dgm:presLayoutVars>
      </dgm:prSet>
      <dgm:spPr>
        <a:xfrm>
          <a:off x="1029" y="1241882"/>
          <a:ext cx="2671643" cy="1075222"/>
        </a:xfrm>
        <a:prstGeom prst="homePlate">
          <a:avLst/>
        </a:prstGeom>
      </dgm:spPr>
    </dgm:pt>
    <dgm:pt modelId="{C4A044ED-64CF-4B13-8AFF-A97BE287B251}" type="pres">
      <dgm:prSet presAssocID="{07C7C62F-D7CF-4453-A408-D53F51B4A2DC}" presName="parSpace" presStyleCnt="0"/>
      <dgm:spPr/>
    </dgm:pt>
    <dgm:pt modelId="{CD5A2381-6D39-45F7-8A5F-F9A97C33666F}" type="pres">
      <dgm:prSet presAssocID="{CAB5A5F8-C9A0-4071-87D4-4B885D747149}" presName="parTxOnly" presStyleLbl="node1" presStyleIdx="1" presStyleCnt="2" custScaleX="103492">
        <dgm:presLayoutVars>
          <dgm:bulletEnabled val="1"/>
        </dgm:presLayoutVars>
      </dgm:prSet>
      <dgm:spPr>
        <a:xfrm>
          <a:off x="2129186" y="1236007"/>
          <a:ext cx="2812324" cy="1086972"/>
        </a:xfrm>
        <a:prstGeom prst="chevron">
          <a:avLst/>
        </a:prstGeom>
      </dgm:spPr>
    </dgm:pt>
  </dgm:ptLst>
  <dgm:cxnLst>
    <dgm:cxn modelId="{195B900D-BCCF-4C1D-993A-53BED313BCA3}" type="presOf" srcId="{16AEA1B2-56E5-46E0-A1BE-7BE5A644FC25}" destId="{8F095A46-4F74-44AC-A4BF-277E67AEAF80}" srcOrd="0" destOrd="0" presId="urn:microsoft.com/office/officeart/2005/8/layout/hChevron3"/>
    <dgm:cxn modelId="{BBFD1D3C-E43C-4551-B7F9-CC944C8BB092}" type="presOf" srcId="{6E2ABF96-A9C0-4C2B-84FE-B4EEBCBEF6DA}" destId="{0E34267B-38CF-4ED7-8B61-3605C02840AF}" srcOrd="0" destOrd="0" presId="urn:microsoft.com/office/officeart/2005/8/layout/hChevron3"/>
    <dgm:cxn modelId="{C184C07D-2F6A-46C0-8587-F6116E7D4805}" srcId="{16AEA1B2-56E5-46E0-A1BE-7BE5A644FC25}" destId="{CAB5A5F8-C9A0-4071-87D4-4B885D747149}" srcOrd="1" destOrd="0" parTransId="{F29B74BC-A10C-4302-8ECB-C9B940B2A6C9}" sibTransId="{AD540639-E34E-4AF2-803A-5F38CDD58F64}"/>
    <dgm:cxn modelId="{FA203FD9-7C98-4FC9-B53E-0AEFED123523}" type="presOf" srcId="{CAB5A5F8-C9A0-4071-87D4-4B885D747149}" destId="{CD5A2381-6D39-45F7-8A5F-F9A97C33666F}" srcOrd="0" destOrd="0" presId="urn:microsoft.com/office/officeart/2005/8/layout/hChevron3"/>
    <dgm:cxn modelId="{0499ACEA-8C26-459B-BDA6-C08D5E30FFBE}" srcId="{16AEA1B2-56E5-46E0-A1BE-7BE5A644FC25}" destId="{6E2ABF96-A9C0-4C2B-84FE-B4EEBCBEF6DA}" srcOrd="0" destOrd="0" parTransId="{33F84B7A-7A42-41D1-AD51-FAF09C137027}" sibTransId="{07C7C62F-D7CF-4453-A408-D53F51B4A2DC}"/>
    <dgm:cxn modelId="{AEEF47C3-156C-4D2F-8B5F-EDE5133A5DAB}" type="presParOf" srcId="{8F095A46-4F74-44AC-A4BF-277E67AEAF80}" destId="{0E34267B-38CF-4ED7-8B61-3605C02840AF}" srcOrd="0" destOrd="0" presId="urn:microsoft.com/office/officeart/2005/8/layout/hChevron3"/>
    <dgm:cxn modelId="{E15FF3BE-5409-4196-843F-09D28FE83BF9}" type="presParOf" srcId="{8F095A46-4F74-44AC-A4BF-277E67AEAF80}" destId="{C4A044ED-64CF-4B13-8AFF-A97BE287B251}" srcOrd="1" destOrd="0" presId="urn:microsoft.com/office/officeart/2005/8/layout/hChevron3"/>
    <dgm:cxn modelId="{4E04C425-1935-43E7-8CEF-F9F2A356FF8A}" type="presParOf" srcId="{8F095A46-4F74-44AC-A4BF-277E67AEAF80}" destId="{CD5A2381-6D39-45F7-8A5F-F9A97C33666F}" srcOrd="2"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AD3A21-C3A5-4CE1-9D5F-1FD26865EBF6}" type="doc">
      <dgm:prSet loTypeId="urn:microsoft.com/office/officeart/2005/8/layout/chevron1" loCatId="process" qsTypeId="urn:microsoft.com/office/officeart/2005/8/quickstyle/simple1" qsCatId="simple" csTypeId="urn:microsoft.com/office/officeart/2005/8/colors/accent1_2" csCatId="accent1" phldr="1"/>
      <dgm:spPr/>
    </dgm:pt>
    <dgm:pt modelId="{DDE75CC1-4C5C-45EE-827E-F24D5CB744C3}">
      <dgm:prSet phldrT="[Text]" custT="1"/>
      <dgm:spPr/>
      <dgm:t>
        <a:bodyPr/>
        <a:lstStyle/>
        <a:p>
          <a:r>
            <a:rPr lang="en-IN" sz="2400" dirty="0">
              <a:latin typeface="Century Schoolbook" panose="02040604050505020304" pitchFamily="18" charset="0"/>
            </a:rPr>
            <a:t>Website</a:t>
          </a:r>
        </a:p>
      </dgm:t>
    </dgm:pt>
    <dgm:pt modelId="{A7CAC5C8-2EA7-4C57-B908-9FAE21519055}" type="parTrans" cxnId="{F44A8032-9E49-4D78-9AAC-4644081EFB54}">
      <dgm:prSet/>
      <dgm:spPr/>
      <dgm:t>
        <a:bodyPr/>
        <a:lstStyle/>
        <a:p>
          <a:endParaRPr lang="en-IN"/>
        </a:p>
      </dgm:t>
    </dgm:pt>
    <dgm:pt modelId="{F235F1F7-F4C3-4C72-A360-6FA74556496B}" type="sibTrans" cxnId="{F44A8032-9E49-4D78-9AAC-4644081EFB54}">
      <dgm:prSet/>
      <dgm:spPr/>
      <dgm:t>
        <a:bodyPr/>
        <a:lstStyle/>
        <a:p>
          <a:endParaRPr lang="en-IN"/>
        </a:p>
      </dgm:t>
    </dgm:pt>
    <dgm:pt modelId="{33029C1D-6C02-4652-9996-74630D7408B4}" type="pres">
      <dgm:prSet presAssocID="{9BAD3A21-C3A5-4CE1-9D5F-1FD26865EBF6}" presName="Name0" presStyleCnt="0">
        <dgm:presLayoutVars>
          <dgm:dir/>
          <dgm:animLvl val="lvl"/>
          <dgm:resizeHandles val="exact"/>
        </dgm:presLayoutVars>
      </dgm:prSet>
      <dgm:spPr/>
    </dgm:pt>
    <dgm:pt modelId="{93053A3C-7FB5-4994-9AF5-28D6430826CC}" type="pres">
      <dgm:prSet presAssocID="{DDE75CC1-4C5C-45EE-827E-F24D5CB744C3}" presName="parTxOnly" presStyleLbl="node1" presStyleIdx="0" presStyleCnt="1" custScaleX="100098" custScaleY="78739" custLinFactNeighborX="-49" custLinFactNeighborY="-21631">
        <dgm:presLayoutVars>
          <dgm:chMax val="0"/>
          <dgm:chPref val="0"/>
          <dgm:bulletEnabled val="1"/>
        </dgm:presLayoutVars>
      </dgm:prSet>
      <dgm:spPr/>
    </dgm:pt>
  </dgm:ptLst>
  <dgm:cxnLst>
    <dgm:cxn modelId="{F44A8032-9E49-4D78-9AAC-4644081EFB54}" srcId="{9BAD3A21-C3A5-4CE1-9D5F-1FD26865EBF6}" destId="{DDE75CC1-4C5C-45EE-827E-F24D5CB744C3}" srcOrd="0" destOrd="0" parTransId="{A7CAC5C8-2EA7-4C57-B908-9FAE21519055}" sibTransId="{F235F1F7-F4C3-4C72-A360-6FA74556496B}"/>
    <dgm:cxn modelId="{6A6B9073-AF5B-44FB-993D-920FB2423CBF}" type="presOf" srcId="{9BAD3A21-C3A5-4CE1-9D5F-1FD26865EBF6}" destId="{33029C1D-6C02-4652-9996-74630D7408B4}" srcOrd="0" destOrd="0" presId="urn:microsoft.com/office/officeart/2005/8/layout/chevron1"/>
    <dgm:cxn modelId="{0D1CC89E-3547-4098-9D92-778EE28C2760}" type="presOf" srcId="{DDE75CC1-4C5C-45EE-827E-F24D5CB744C3}" destId="{93053A3C-7FB5-4994-9AF5-28D6430826CC}" srcOrd="0" destOrd="0" presId="urn:microsoft.com/office/officeart/2005/8/layout/chevron1"/>
    <dgm:cxn modelId="{4878AD79-E9D1-424B-9CC9-7FE46AB331F7}" type="presParOf" srcId="{33029C1D-6C02-4652-9996-74630D7408B4}" destId="{93053A3C-7FB5-4994-9AF5-28D6430826CC}" srcOrd="0" destOrd="0" presId="urn:microsoft.com/office/officeart/2005/8/layout/chevron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C2BFBDC-54C1-4F2A-B3DA-0664BC650DF4}"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IN"/>
        </a:p>
      </dgm:t>
    </dgm:pt>
    <dgm:pt modelId="{2C22222C-4F3A-432B-BFA8-03CBA5CED102}">
      <dgm:prSet phldrT="[Text]" custT="1"/>
      <dgm:spPr/>
      <dgm:t>
        <a:bodyPr/>
        <a:lstStyle/>
        <a:p>
          <a:r>
            <a:rPr lang="en-IN" sz="2800" dirty="0">
              <a:latin typeface="Century Schoolbook" panose="02040604050505020304" pitchFamily="18" charset="0"/>
            </a:rPr>
            <a:t>ESP-32</a:t>
          </a:r>
        </a:p>
      </dgm:t>
    </dgm:pt>
    <dgm:pt modelId="{98CFEFD7-8551-45CC-8335-065BF976F4B6}" type="parTrans" cxnId="{C2D5E9FC-995B-4504-810E-1F05C13A826D}">
      <dgm:prSet/>
      <dgm:spPr/>
      <dgm:t>
        <a:bodyPr/>
        <a:lstStyle/>
        <a:p>
          <a:endParaRPr lang="en-IN" sz="2800">
            <a:latin typeface="Century Schoolbook" panose="02040604050505020304" pitchFamily="18" charset="0"/>
          </a:endParaRPr>
        </a:p>
      </dgm:t>
    </dgm:pt>
    <dgm:pt modelId="{FB0B59D0-ABF8-4618-B896-720FEC7E4AE0}" type="sibTrans" cxnId="{C2D5E9FC-995B-4504-810E-1F05C13A826D}">
      <dgm:prSet/>
      <dgm:spPr/>
      <dgm:t>
        <a:bodyPr/>
        <a:lstStyle/>
        <a:p>
          <a:endParaRPr lang="en-IN" sz="2800">
            <a:latin typeface="Century Schoolbook" panose="02040604050505020304" pitchFamily="18" charset="0"/>
          </a:endParaRPr>
        </a:p>
      </dgm:t>
    </dgm:pt>
    <dgm:pt modelId="{DCC55228-FE63-42EE-8E34-8C756F5D0CEF}">
      <dgm:prSet phldrT="[Text]" custT="1"/>
      <dgm:spPr/>
      <dgm:t>
        <a:bodyPr/>
        <a:lstStyle/>
        <a:p>
          <a:r>
            <a:rPr lang="en-IN" sz="2400" dirty="0">
              <a:latin typeface="Century Schoolbook" panose="02040604050505020304" pitchFamily="18" charset="0"/>
            </a:rPr>
            <a:t>Ultrasonic sensor</a:t>
          </a:r>
        </a:p>
      </dgm:t>
    </dgm:pt>
    <dgm:pt modelId="{B2FC4CE0-76DB-464F-84E4-3F2DB38D5AB3}" type="parTrans" cxnId="{1512C2F8-933C-4BEE-9AD0-1C0D7B4F2EAA}">
      <dgm:prSet/>
      <dgm:spPr/>
      <dgm:t>
        <a:bodyPr/>
        <a:lstStyle/>
        <a:p>
          <a:endParaRPr lang="en-IN" sz="2800">
            <a:latin typeface="Century Schoolbook" panose="02040604050505020304" pitchFamily="18" charset="0"/>
          </a:endParaRPr>
        </a:p>
      </dgm:t>
    </dgm:pt>
    <dgm:pt modelId="{16564320-990B-4E91-8A8D-347DADF560D1}" type="sibTrans" cxnId="{1512C2F8-933C-4BEE-9AD0-1C0D7B4F2EAA}">
      <dgm:prSet/>
      <dgm:spPr/>
      <dgm:t>
        <a:bodyPr/>
        <a:lstStyle/>
        <a:p>
          <a:endParaRPr lang="en-IN" sz="2800">
            <a:latin typeface="Century Schoolbook" panose="02040604050505020304" pitchFamily="18" charset="0"/>
          </a:endParaRPr>
        </a:p>
      </dgm:t>
    </dgm:pt>
    <dgm:pt modelId="{1CDEF7EC-7444-428A-8820-CF5FCB9DE3C0}">
      <dgm:prSet phldrT="[Text]"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45720" tIns="45720" rIns="45720" bIns="45720" numCol="1" spcCol="1270" anchor="ctr" anchorCtr="0"/>
        <a:lstStyle/>
        <a:p>
          <a:pPr marL="0" lvl="0" indent="0" algn="ctr" defTabSz="1066800">
            <a:lnSpc>
              <a:spcPct val="90000"/>
            </a:lnSpc>
            <a:spcBef>
              <a:spcPct val="0"/>
            </a:spcBef>
            <a:spcAft>
              <a:spcPct val="35000"/>
            </a:spcAft>
            <a:buNone/>
          </a:pPr>
          <a:r>
            <a:rPr lang="en-IN" sz="2400" kern="1200" dirty="0">
              <a:solidFill>
                <a:prstClr val="white"/>
              </a:solidFill>
              <a:latin typeface="Century Schoolbook" panose="02040604050505020304" pitchFamily="18" charset="0"/>
              <a:ea typeface="+mn-ea"/>
              <a:cs typeface="+mn-cs"/>
            </a:rPr>
            <a:t>MQ-2 sensor</a:t>
          </a:r>
        </a:p>
      </dgm:t>
    </dgm:pt>
    <dgm:pt modelId="{E4D033F5-6A23-43E1-878B-1F80B6CEE3A0}" type="parTrans" cxnId="{3BB800D0-EC5E-4547-88BC-5332E0F49E06}">
      <dgm:prSet/>
      <dgm:spPr/>
      <dgm:t>
        <a:bodyPr/>
        <a:lstStyle/>
        <a:p>
          <a:endParaRPr lang="en-IN" sz="2800">
            <a:latin typeface="Century Schoolbook" panose="02040604050505020304" pitchFamily="18" charset="0"/>
          </a:endParaRPr>
        </a:p>
      </dgm:t>
    </dgm:pt>
    <dgm:pt modelId="{FF306C21-A355-480A-BB21-446A126BDAA9}" type="sibTrans" cxnId="{3BB800D0-EC5E-4547-88BC-5332E0F49E06}">
      <dgm:prSet/>
      <dgm:spPr/>
      <dgm:t>
        <a:bodyPr/>
        <a:lstStyle/>
        <a:p>
          <a:endParaRPr lang="en-IN" sz="2800">
            <a:latin typeface="Century Schoolbook" panose="02040604050505020304" pitchFamily="18" charset="0"/>
          </a:endParaRPr>
        </a:p>
      </dgm:t>
    </dgm:pt>
    <dgm:pt modelId="{0CBEFF09-BE07-40F8-B91C-66ED3394DBBB}">
      <dgm:prSet phldrT="[Text]"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45720" tIns="45720" rIns="45720" bIns="45720" numCol="1" spcCol="1270" anchor="ctr" anchorCtr="0"/>
        <a:lstStyle/>
        <a:p>
          <a:r>
            <a:rPr lang="en-IN" sz="2800" dirty="0">
              <a:latin typeface="Century Schoolbook" panose="02040604050505020304" pitchFamily="18" charset="0"/>
            </a:rPr>
            <a:t>Water level sensor</a:t>
          </a:r>
        </a:p>
      </dgm:t>
    </dgm:pt>
    <dgm:pt modelId="{6ACCCE3D-D6E0-441B-9CB8-9C771AA6D8AD}" type="parTrans" cxnId="{2E5E594E-19C4-4441-8D24-22E5C0D99AEC}">
      <dgm:prSet/>
      <dgm:spPr/>
      <dgm:t>
        <a:bodyPr/>
        <a:lstStyle/>
        <a:p>
          <a:endParaRPr lang="en-IN" sz="2800">
            <a:latin typeface="Century Schoolbook" panose="02040604050505020304" pitchFamily="18" charset="0"/>
          </a:endParaRPr>
        </a:p>
      </dgm:t>
    </dgm:pt>
    <dgm:pt modelId="{23E8DD8E-BED2-42CD-BA8B-65D90B9D67FB}" type="sibTrans" cxnId="{2E5E594E-19C4-4441-8D24-22E5C0D99AEC}">
      <dgm:prSet/>
      <dgm:spPr/>
      <dgm:t>
        <a:bodyPr/>
        <a:lstStyle/>
        <a:p>
          <a:endParaRPr lang="en-IN" sz="2800">
            <a:latin typeface="Century Schoolbook" panose="02040604050505020304" pitchFamily="18" charset="0"/>
          </a:endParaRPr>
        </a:p>
      </dgm:t>
    </dgm:pt>
    <dgm:pt modelId="{1810875A-CD59-4790-92E4-E5D9429F3AD2}" type="pres">
      <dgm:prSet presAssocID="{9C2BFBDC-54C1-4F2A-B3DA-0664BC650DF4}" presName="cycle" presStyleCnt="0">
        <dgm:presLayoutVars>
          <dgm:chMax val="1"/>
          <dgm:dir/>
          <dgm:animLvl val="ctr"/>
          <dgm:resizeHandles val="exact"/>
        </dgm:presLayoutVars>
      </dgm:prSet>
      <dgm:spPr/>
    </dgm:pt>
    <dgm:pt modelId="{DE865619-1583-4179-8D27-A04D32AA8502}" type="pres">
      <dgm:prSet presAssocID="{2C22222C-4F3A-432B-BFA8-03CBA5CED102}" presName="centerShape" presStyleLbl="node0" presStyleIdx="0" presStyleCnt="1"/>
      <dgm:spPr/>
    </dgm:pt>
    <dgm:pt modelId="{AE5A4E52-D5F2-4F12-A1FE-938C2CC42BC5}" type="pres">
      <dgm:prSet presAssocID="{B2FC4CE0-76DB-464F-84E4-3F2DB38D5AB3}" presName="parTrans" presStyleLbl="bgSibTrans2D1" presStyleIdx="0" presStyleCnt="3"/>
      <dgm:spPr/>
    </dgm:pt>
    <dgm:pt modelId="{3B57F5FE-3BC8-4D02-AB6A-1D83225DA778}" type="pres">
      <dgm:prSet presAssocID="{DCC55228-FE63-42EE-8E34-8C756F5D0CEF}" presName="node" presStyleLbl="node1" presStyleIdx="0" presStyleCnt="3">
        <dgm:presLayoutVars>
          <dgm:bulletEnabled val="1"/>
        </dgm:presLayoutVars>
      </dgm:prSet>
      <dgm:spPr/>
    </dgm:pt>
    <dgm:pt modelId="{484407D9-E8CC-46EE-95F3-9203ECAEF692}" type="pres">
      <dgm:prSet presAssocID="{E4D033F5-6A23-43E1-878B-1F80B6CEE3A0}" presName="parTrans" presStyleLbl="bgSibTrans2D1" presStyleIdx="1" presStyleCnt="3"/>
      <dgm:spPr/>
    </dgm:pt>
    <dgm:pt modelId="{6B73CB8E-0FF7-4B2F-9FA6-DC74B60149B2}" type="pres">
      <dgm:prSet presAssocID="{1CDEF7EC-7444-428A-8820-CF5FCB9DE3C0}" presName="node" presStyleLbl="node1" presStyleIdx="1" presStyleCnt="3">
        <dgm:presLayoutVars>
          <dgm:bulletEnabled val="1"/>
        </dgm:presLayoutVars>
      </dgm:prSet>
      <dgm:spPr>
        <a:xfrm>
          <a:off x="2153952" y="49915"/>
          <a:ext cx="1844871" cy="1475897"/>
        </a:xfrm>
        <a:prstGeom prst="roundRect">
          <a:avLst>
            <a:gd name="adj" fmla="val 10000"/>
          </a:avLst>
        </a:prstGeom>
      </dgm:spPr>
    </dgm:pt>
    <dgm:pt modelId="{B091D215-C4D3-498A-A916-37A4BB7B1273}" type="pres">
      <dgm:prSet presAssocID="{6ACCCE3D-D6E0-441B-9CB8-9C771AA6D8AD}" presName="parTrans" presStyleLbl="bgSibTrans2D1" presStyleIdx="2" presStyleCnt="3"/>
      <dgm:spPr/>
    </dgm:pt>
    <dgm:pt modelId="{F7201FD3-A245-4E60-9B1A-2AA1FC6DF1CD}" type="pres">
      <dgm:prSet presAssocID="{0CBEFF09-BE07-40F8-B91C-66ED3394DBBB}" presName="node" presStyleLbl="node1" presStyleIdx="2" presStyleCnt="3" custRadScaleRad="98453" custRadScaleInc="546">
        <dgm:presLayoutVars>
          <dgm:bulletEnabled val="1"/>
        </dgm:presLayoutVars>
      </dgm:prSet>
      <dgm:spPr>
        <a:xfrm>
          <a:off x="4280434" y="1205258"/>
          <a:ext cx="1844871" cy="1475897"/>
        </a:xfrm>
        <a:prstGeom prst="roundRect">
          <a:avLst>
            <a:gd name="adj" fmla="val 10000"/>
          </a:avLst>
        </a:prstGeom>
      </dgm:spPr>
    </dgm:pt>
  </dgm:ptLst>
  <dgm:cxnLst>
    <dgm:cxn modelId="{1E32BC03-32AF-4E83-A686-6C928799EE04}" type="presOf" srcId="{DCC55228-FE63-42EE-8E34-8C756F5D0CEF}" destId="{3B57F5FE-3BC8-4D02-AB6A-1D83225DA778}" srcOrd="0" destOrd="0" presId="urn:microsoft.com/office/officeart/2005/8/layout/radial4"/>
    <dgm:cxn modelId="{9D85920D-D850-4701-99BA-8A646290C186}" type="presOf" srcId="{0CBEFF09-BE07-40F8-B91C-66ED3394DBBB}" destId="{F7201FD3-A245-4E60-9B1A-2AA1FC6DF1CD}" srcOrd="0" destOrd="0" presId="urn:microsoft.com/office/officeart/2005/8/layout/radial4"/>
    <dgm:cxn modelId="{3D2CC216-A155-4C8E-9ECE-A34944762B65}" type="presOf" srcId="{1CDEF7EC-7444-428A-8820-CF5FCB9DE3C0}" destId="{6B73CB8E-0FF7-4B2F-9FA6-DC74B60149B2}" srcOrd="0" destOrd="0" presId="urn:microsoft.com/office/officeart/2005/8/layout/radial4"/>
    <dgm:cxn modelId="{2A967930-99AF-4FD3-87DA-D2EE78D332A6}" type="presOf" srcId="{B2FC4CE0-76DB-464F-84E4-3F2DB38D5AB3}" destId="{AE5A4E52-D5F2-4F12-A1FE-938C2CC42BC5}" srcOrd="0" destOrd="0" presId="urn:microsoft.com/office/officeart/2005/8/layout/radial4"/>
    <dgm:cxn modelId="{7056B861-1BB3-49C3-A7E9-493A00D2B8EC}" type="presOf" srcId="{6ACCCE3D-D6E0-441B-9CB8-9C771AA6D8AD}" destId="{B091D215-C4D3-498A-A916-37A4BB7B1273}" srcOrd="0" destOrd="0" presId="urn:microsoft.com/office/officeart/2005/8/layout/radial4"/>
    <dgm:cxn modelId="{2E5E594E-19C4-4441-8D24-22E5C0D99AEC}" srcId="{2C22222C-4F3A-432B-BFA8-03CBA5CED102}" destId="{0CBEFF09-BE07-40F8-B91C-66ED3394DBBB}" srcOrd="2" destOrd="0" parTransId="{6ACCCE3D-D6E0-441B-9CB8-9C771AA6D8AD}" sibTransId="{23E8DD8E-BED2-42CD-BA8B-65D90B9D67FB}"/>
    <dgm:cxn modelId="{75C53E58-8E87-4AEE-AD4C-96B403B91109}" type="presOf" srcId="{9C2BFBDC-54C1-4F2A-B3DA-0664BC650DF4}" destId="{1810875A-CD59-4790-92E4-E5D9429F3AD2}" srcOrd="0" destOrd="0" presId="urn:microsoft.com/office/officeart/2005/8/layout/radial4"/>
    <dgm:cxn modelId="{3486A781-D81F-44EB-8389-B05DE94D7161}" type="presOf" srcId="{2C22222C-4F3A-432B-BFA8-03CBA5CED102}" destId="{DE865619-1583-4179-8D27-A04D32AA8502}" srcOrd="0" destOrd="0" presId="urn:microsoft.com/office/officeart/2005/8/layout/radial4"/>
    <dgm:cxn modelId="{1258108D-EF83-455C-A944-E98685BDC034}" type="presOf" srcId="{E4D033F5-6A23-43E1-878B-1F80B6CEE3A0}" destId="{484407D9-E8CC-46EE-95F3-9203ECAEF692}" srcOrd="0" destOrd="0" presId="urn:microsoft.com/office/officeart/2005/8/layout/radial4"/>
    <dgm:cxn modelId="{3BB800D0-EC5E-4547-88BC-5332E0F49E06}" srcId="{2C22222C-4F3A-432B-BFA8-03CBA5CED102}" destId="{1CDEF7EC-7444-428A-8820-CF5FCB9DE3C0}" srcOrd="1" destOrd="0" parTransId="{E4D033F5-6A23-43E1-878B-1F80B6CEE3A0}" sibTransId="{FF306C21-A355-480A-BB21-446A126BDAA9}"/>
    <dgm:cxn modelId="{1512C2F8-933C-4BEE-9AD0-1C0D7B4F2EAA}" srcId="{2C22222C-4F3A-432B-BFA8-03CBA5CED102}" destId="{DCC55228-FE63-42EE-8E34-8C756F5D0CEF}" srcOrd="0" destOrd="0" parTransId="{B2FC4CE0-76DB-464F-84E4-3F2DB38D5AB3}" sibTransId="{16564320-990B-4E91-8A8D-347DADF560D1}"/>
    <dgm:cxn modelId="{C2D5E9FC-995B-4504-810E-1F05C13A826D}" srcId="{9C2BFBDC-54C1-4F2A-B3DA-0664BC650DF4}" destId="{2C22222C-4F3A-432B-BFA8-03CBA5CED102}" srcOrd="0" destOrd="0" parTransId="{98CFEFD7-8551-45CC-8335-065BF976F4B6}" sibTransId="{FB0B59D0-ABF8-4618-B896-720FEC7E4AE0}"/>
    <dgm:cxn modelId="{3EBC37C0-493C-4C47-AD19-4A43BEEC9DB9}" type="presParOf" srcId="{1810875A-CD59-4790-92E4-E5D9429F3AD2}" destId="{DE865619-1583-4179-8D27-A04D32AA8502}" srcOrd="0" destOrd="0" presId="urn:microsoft.com/office/officeart/2005/8/layout/radial4"/>
    <dgm:cxn modelId="{98BDCDB5-DD2B-4177-A5DE-A91E8EF92EC1}" type="presParOf" srcId="{1810875A-CD59-4790-92E4-E5D9429F3AD2}" destId="{AE5A4E52-D5F2-4F12-A1FE-938C2CC42BC5}" srcOrd="1" destOrd="0" presId="urn:microsoft.com/office/officeart/2005/8/layout/radial4"/>
    <dgm:cxn modelId="{5B2C82C6-E739-4EC3-B61D-507117A378D0}" type="presParOf" srcId="{1810875A-CD59-4790-92E4-E5D9429F3AD2}" destId="{3B57F5FE-3BC8-4D02-AB6A-1D83225DA778}" srcOrd="2" destOrd="0" presId="urn:microsoft.com/office/officeart/2005/8/layout/radial4"/>
    <dgm:cxn modelId="{F9441CC8-76F2-4F1D-BF54-55D892C5F9DA}" type="presParOf" srcId="{1810875A-CD59-4790-92E4-E5D9429F3AD2}" destId="{484407D9-E8CC-46EE-95F3-9203ECAEF692}" srcOrd="3" destOrd="0" presId="urn:microsoft.com/office/officeart/2005/8/layout/radial4"/>
    <dgm:cxn modelId="{9514E23B-92C9-4DA5-B0FC-CA2E33CEEC43}" type="presParOf" srcId="{1810875A-CD59-4790-92E4-E5D9429F3AD2}" destId="{6B73CB8E-0FF7-4B2F-9FA6-DC74B60149B2}" srcOrd="4" destOrd="0" presId="urn:microsoft.com/office/officeart/2005/8/layout/radial4"/>
    <dgm:cxn modelId="{F6CD2AEE-A730-4067-84EE-95C6E62CC6D4}" type="presParOf" srcId="{1810875A-CD59-4790-92E4-E5D9429F3AD2}" destId="{B091D215-C4D3-498A-A916-37A4BB7B1273}" srcOrd="5" destOrd="0" presId="urn:microsoft.com/office/officeart/2005/8/layout/radial4"/>
    <dgm:cxn modelId="{1E2BA8B1-CB81-4AD0-AE57-B942C37FBA4C}" type="presParOf" srcId="{1810875A-CD59-4790-92E4-E5D9429F3AD2}" destId="{F7201FD3-A245-4E60-9B1A-2AA1FC6DF1CD}"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6AEA1B2-56E5-46E0-A1BE-7BE5A644FC25}" type="doc">
      <dgm:prSet loTypeId="urn:microsoft.com/office/officeart/2005/8/layout/hChevron3" loCatId="process" qsTypeId="urn:microsoft.com/office/officeart/2005/8/quickstyle/simple1" qsCatId="simple" csTypeId="urn:microsoft.com/office/officeart/2005/8/colors/accent1_2" csCatId="accent1" phldr="1"/>
      <dgm:spPr/>
    </dgm:pt>
    <dgm:pt modelId="{6E2ABF96-A9C0-4C2B-84FE-B4EEBCBEF6DA}">
      <dgm:prSet phldrT="[Text]"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96012" tIns="32004" rIns="32004" bIns="32004" numCol="1" spcCol="1270" anchor="ctr" anchorCtr="0"/>
        <a:lstStyle/>
        <a:p>
          <a:pPr marL="0" lvl="0" indent="0" algn="ctr" defTabSz="1066800">
            <a:lnSpc>
              <a:spcPct val="90000"/>
            </a:lnSpc>
            <a:spcBef>
              <a:spcPct val="0"/>
            </a:spcBef>
            <a:spcAft>
              <a:spcPct val="35000"/>
            </a:spcAft>
            <a:buNone/>
          </a:pPr>
          <a:r>
            <a:rPr lang="en-IN" sz="2400" kern="1200" dirty="0">
              <a:solidFill>
                <a:prstClr val="white"/>
              </a:solidFill>
              <a:latin typeface="Century Schoolbook" panose="02040604050505020304" pitchFamily="18" charset="0"/>
              <a:ea typeface="+mn-ea"/>
              <a:cs typeface="+mn-cs"/>
            </a:rPr>
            <a:t>DC power supply</a:t>
          </a:r>
        </a:p>
      </dgm:t>
    </dgm:pt>
    <dgm:pt modelId="{33F84B7A-7A42-41D1-AD51-FAF09C137027}" type="parTrans" cxnId="{0499ACEA-8C26-459B-BDA6-C08D5E30FFBE}">
      <dgm:prSet/>
      <dgm:spPr/>
      <dgm:t>
        <a:bodyPr/>
        <a:lstStyle/>
        <a:p>
          <a:endParaRPr lang="en-IN"/>
        </a:p>
      </dgm:t>
    </dgm:pt>
    <dgm:pt modelId="{07C7C62F-D7CF-4453-A408-D53F51B4A2DC}" type="sibTrans" cxnId="{0499ACEA-8C26-459B-BDA6-C08D5E30FFBE}">
      <dgm:prSet/>
      <dgm:spPr/>
      <dgm:t>
        <a:bodyPr/>
        <a:lstStyle/>
        <a:p>
          <a:endParaRPr lang="en-IN"/>
        </a:p>
      </dgm:t>
    </dgm:pt>
    <dgm:pt modelId="{CAB5A5F8-C9A0-4071-87D4-4B885D747149}">
      <dgm:prSet phldrT="[Text]" custT="1"/>
      <dgm:spPr>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96012" tIns="32004" rIns="32004" bIns="32004" numCol="1" spcCol="1270" anchor="ctr" anchorCtr="0"/>
        <a:lstStyle/>
        <a:p>
          <a:pPr algn="ctr"/>
          <a:r>
            <a:rPr lang="en-IN" sz="2400" kern="1200" dirty="0">
              <a:solidFill>
                <a:prstClr val="white"/>
              </a:solidFill>
              <a:latin typeface="Century Schoolbook" panose="02040604050505020304" pitchFamily="18" charset="0"/>
              <a:ea typeface="+mn-ea"/>
              <a:cs typeface="+mn-cs"/>
            </a:rPr>
            <a:t>FTDI</a:t>
          </a:r>
          <a:r>
            <a:rPr lang="en-IN" sz="5600" kern="1200" dirty="0"/>
            <a:t> </a:t>
          </a:r>
        </a:p>
      </dgm:t>
    </dgm:pt>
    <dgm:pt modelId="{F29B74BC-A10C-4302-8ECB-C9B940B2A6C9}" type="parTrans" cxnId="{C184C07D-2F6A-46C0-8587-F6116E7D4805}">
      <dgm:prSet/>
      <dgm:spPr/>
      <dgm:t>
        <a:bodyPr/>
        <a:lstStyle/>
        <a:p>
          <a:endParaRPr lang="en-IN"/>
        </a:p>
      </dgm:t>
    </dgm:pt>
    <dgm:pt modelId="{AD540639-E34E-4AF2-803A-5F38CDD58F64}" type="sibTrans" cxnId="{C184C07D-2F6A-46C0-8587-F6116E7D4805}">
      <dgm:prSet/>
      <dgm:spPr/>
      <dgm:t>
        <a:bodyPr/>
        <a:lstStyle/>
        <a:p>
          <a:endParaRPr lang="en-IN"/>
        </a:p>
      </dgm:t>
    </dgm:pt>
    <dgm:pt modelId="{8F095A46-4F74-44AC-A4BF-277E67AEAF80}" type="pres">
      <dgm:prSet presAssocID="{16AEA1B2-56E5-46E0-A1BE-7BE5A644FC25}" presName="Name0" presStyleCnt="0">
        <dgm:presLayoutVars>
          <dgm:dir/>
          <dgm:resizeHandles val="exact"/>
        </dgm:presLayoutVars>
      </dgm:prSet>
      <dgm:spPr/>
    </dgm:pt>
    <dgm:pt modelId="{0E34267B-38CF-4ED7-8B61-3605C02840AF}" type="pres">
      <dgm:prSet presAssocID="{6E2ABF96-A9C0-4C2B-84FE-B4EEBCBEF6DA}" presName="parTxOnly" presStyleLbl="node1" presStyleIdx="0" presStyleCnt="2" custScaleX="98315" custScaleY="98919">
        <dgm:presLayoutVars>
          <dgm:bulletEnabled val="1"/>
        </dgm:presLayoutVars>
      </dgm:prSet>
      <dgm:spPr>
        <a:xfrm>
          <a:off x="1029" y="1241882"/>
          <a:ext cx="2671643" cy="1075222"/>
        </a:xfrm>
        <a:prstGeom prst="homePlate">
          <a:avLst/>
        </a:prstGeom>
      </dgm:spPr>
    </dgm:pt>
    <dgm:pt modelId="{C4A044ED-64CF-4B13-8AFF-A97BE287B251}" type="pres">
      <dgm:prSet presAssocID="{07C7C62F-D7CF-4453-A408-D53F51B4A2DC}" presName="parSpace" presStyleCnt="0"/>
      <dgm:spPr/>
    </dgm:pt>
    <dgm:pt modelId="{CD5A2381-6D39-45F7-8A5F-F9A97C33666F}" type="pres">
      <dgm:prSet presAssocID="{CAB5A5F8-C9A0-4071-87D4-4B885D747149}" presName="parTxOnly" presStyleLbl="node1" presStyleIdx="1" presStyleCnt="2" custScaleX="103492">
        <dgm:presLayoutVars>
          <dgm:bulletEnabled val="1"/>
        </dgm:presLayoutVars>
      </dgm:prSet>
      <dgm:spPr>
        <a:xfrm>
          <a:off x="2129186" y="1236007"/>
          <a:ext cx="2812324" cy="1086972"/>
        </a:xfrm>
        <a:prstGeom prst="chevron">
          <a:avLst/>
        </a:prstGeom>
      </dgm:spPr>
    </dgm:pt>
  </dgm:ptLst>
  <dgm:cxnLst>
    <dgm:cxn modelId="{195B900D-BCCF-4C1D-993A-53BED313BCA3}" type="presOf" srcId="{16AEA1B2-56E5-46E0-A1BE-7BE5A644FC25}" destId="{8F095A46-4F74-44AC-A4BF-277E67AEAF80}" srcOrd="0" destOrd="0" presId="urn:microsoft.com/office/officeart/2005/8/layout/hChevron3"/>
    <dgm:cxn modelId="{BBFD1D3C-E43C-4551-B7F9-CC944C8BB092}" type="presOf" srcId="{6E2ABF96-A9C0-4C2B-84FE-B4EEBCBEF6DA}" destId="{0E34267B-38CF-4ED7-8B61-3605C02840AF}" srcOrd="0" destOrd="0" presId="urn:microsoft.com/office/officeart/2005/8/layout/hChevron3"/>
    <dgm:cxn modelId="{C184C07D-2F6A-46C0-8587-F6116E7D4805}" srcId="{16AEA1B2-56E5-46E0-A1BE-7BE5A644FC25}" destId="{CAB5A5F8-C9A0-4071-87D4-4B885D747149}" srcOrd="1" destOrd="0" parTransId="{F29B74BC-A10C-4302-8ECB-C9B940B2A6C9}" sibTransId="{AD540639-E34E-4AF2-803A-5F38CDD58F64}"/>
    <dgm:cxn modelId="{FA203FD9-7C98-4FC9-B53E-0AEFED123523}" type="presOf" srcId="{CAB5A5F8-C9A0-4071-87D4-4B885D747149}" destId="{CD5A2381-6D39-45F7-8A5F-F9A97C33666F}" srcOrd="0" destOrd="0" presId="urn:microsoft.com/office/officeart/2005/8/layout/hChevron3"/>
    <dgm:cxn modelId="{0499ACEA-8C26-459B-BDA6-C08D5E30FFBE}" srcId="{16AEA1B2-56E5-46E0-A1BE-7BE5A644FC25}" destId="{6E2ABF96-A9C0-4C2B-84FE-B4EEBCBEF6DA}" srcOrd="0" destOrd="0" parTransId="{33F84B7A-7A42-41D1-AD51-FAF09C137027}" sibTransId="{07C7C62F-D7CF-4453-A408-D53F51B4A2DC}"/>
    <dgm:cxn modelId="{AEEF47C3-156C-4D2F-8B5F-EDE5133A5DAB}" type="presParOf" srcId="{8F095A46-4F74-44AC-A4BF-277E67AEAF80}" destId="{0E34267B-38CF-4ED7-8B61-3605C02840AF}" srcOrd="0" destOrd="0" presId="urn:microsoft.com/office/officeart/2005/8/layout/hChevron3"/>
    <dgm:cxn modelId="{E15FF3BE-5409-4196-843F-09D28FE83BF9}" type="presParOf" srcId="{8F095A46-4F74-44AC-A4BF-277E67AEAF80}" destId="{C4A044ED-64CF-4B13-8AFF-A97BE287B251}" srcOrd="1" destOrd="0" presId="urn:microsoft.com/office/officeart/2005/8/layout/hChevron3"/>
    <dgm:cxn modelId="{4E04C425-1935-43E7-8CEF-F9F2A356FF8A}" type="presParOf" srcId="{8F095A46-4F74-44AC-A4BF-277E67AEAF80}" destId="{CD5A2381-6D39-45F7-8A5F-F9A97C33666F}" srcOrd="2"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BAD3A21-C3A5-4CE1-9D5F-1FD26865EBF6}" type="doc">
      <dgm:prSet loTypeId="urn:microsoft.com/office/officeart/2005/8/layout/chevron1" loCatId="process" qsTypeId="urn:microsoft.com/office/officeart/2005/8/quickstyle/simple1" qsCatId="simple" csTypeId="urn:microsoft.com/office/officeart/2005/8/colors/accent1_2" csCatId="accent1" phldr="1"/>
      <dgm:spPr/>
    </dgm:pt>
    <dgm:pt modelId="{DDE75CC1-4C5C-45EE-827E-F24D5CB744C3}">
      <dgm:prSet phldrT="[Text]" custT="1"/>
      <dgm:spPr/>
      <dgm:t>
        <a:bodyPr/>
        <a:lstStyle/>
        <a:p>
          <a:r>
            <a:rPr lang="en-IN" sz="2400" dirty="0">
              <a:latin typeface="Century Schoolbook" panose="02040604050505020304" pitchFamily="18" charset="0"/>
            </a:rPr>
            <a:t>Website</a:t>
          </a:r>
        </a:p>
      </dgm:t>
    </dgm:pt>
    <dgm:pt modelId="{A7CAC5C8-2EA7-4C57-B908-9FAE21519055}" type="parTrans" cxnId="{F44A8032-9E49-4D78-9AAC-4644081EFB54}">
      <dgm:prSet/>
      <dgm:spPr/>
      <dgm:t>
        <a:bodyPr/>
        <a:lstStyle/>
        <a:p>
          <a:endParaRPr lang="en-IN"/>
        </a:p>
      </dgm:t>
    </dgm:pt>
    <dgm:pt modelId="{F235F1F7-F4C3-4C72-A360-6FA74556496B}" type="sibTrans" cxnId="{F44A8032-9E49-4D78-9AAC-4644081EFB54}">
      <dgm:prSet/>
      <dgm:spPr/>
      <dgm:t>
        <a:bodyPr/>
        <a:lstStyle/>
        <a:p>
          <a:endParaRPr lang="en-IN"/>
        </a:p>
      </dgm:t>
    </dgm:pt>
    <dgm:pt modelId="{33029C1D-6C02-4652-9996-74630D7408B4}" type="pres">
      <dgm:prSet presAssocID="{9BAD3A21-C3A5-4CE1-9D5F-1FD26865EBF6}" presName="Name0" presStyleCnt="0">
        <dgm:presLayoutVars>
          <dgm:dir/>
          <dgm:animLvl val="lvl"/>
          <dgm:resizeHandles val="exact"/>
        </dgm:presLayoutVars>
      </dgm:prSet>
      <dgm:spPr/>
    </dgm:pt>
    <dgm:pt modelId="{93053A3C-7FB5-4994-9AF5-28D6430826CC}" type="pres">
      <dgm:prSet presAssocID="{DDE75CC1-4C5C-45EE-827E-F24D5CB744C3}" presName="parTxOnly" presStyleLbl="node1" presStyleIdx="0" presStyleCnt="1" custScaleX="100098" custScaleY="78739" custLinFactNeighborX="-49" custLinFactNeighborY="-21631">
        <dgm:presLayoutVars>
          <dgm:chMax val="0"/>
          <dgm:chPref val="0"/>
          <dgm:bulletEnabled val="1"/>
        </dgm:presLayoutVars>
      </dgm:prSet>
      <dgm:spPr/>
    </dgm:pt>
  </dgm:ptLst>
  <dgm:cxnLst>
    <dgm:cxn modelId="{F44A8032-9E49-4D78-9AAC-4644081EFB54}" srcId="{9BAD3A21-C3A5-4CE1-9D5F-1FD26865EBF6}" destId="{DDE75CC1-4C5C-45EE-827E-F24D5CB744C3}" srcOrd="0" destOrd="0" parTransId="{A7CAC5C8-2EA7-4C57-B908-9FAE21519055}" sibTransId="{F235F1F7-F4C3-4C72-A360-6FA74556496B}"/>
    <dgm:cxn modelId="{6A6B9073-AF5B-44FB-993D-920FB2423CBF}" type="presOf" srcId="{9BAD3A21-C3A5-4CE1-9D5F-1FD26865EBF6}" destId="{33029C1D-6C02-4652-9996-74630D7408B4}" srcOrd="0" destOrd="0" presId="urn:microsoft.com/office/officeart/2005/8/layout/chevron1"/>
    <dgm:cxn modelId="{0D1CC89E-3547-4098-9D92-778EE28C2760}" type="presOf" srcId="{DDE75CC1-4C5C-45EE-827E-F24D5CB744C3}" destId="{93053A3C-7FB5-4994-9AF5-28D6430826CC}" srcOrd="0" destOrd="0" presId="urn:microsoft.com/office/officeart/2005/8/layout/chevron1"/>
    <dgm:cxn modelId="{4878AD79-E9D1-424B-9CC9-7FE46AB331F7}" type="presParOf" srcId="{33029C1D-6C02-4652-9996-74630D7408B4}" destId="{93053A3C-7FB5-4994-9AF5-28D6430826CC}" srcOrd="0" destOrd="0" presId="urn:microsoft.com/office/officeart/2005/8/layout/chevron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5270D77-A06C-4144-8F04-65934683819E}" type="doc">
      <dgm:prSet loTypeId="urn:microsoft.com/office/officeart/2005/8/layout/equation2" loCatId="process" qsTypeId="urn:microsoft.com/office/officeart/2005/8/quickstyle/simple1" qsCatId="simple" csTypeId="urn:microsoft.com/office/officeart/2005/8/colors/accent1_2" csCatId="accent1" phldr="1"/>
      <dgm:spPr/>
    </dgm:pt>
    <dgm:pt modelId="{E63109E2-64EE-4304-B8BF-882E06F11A8B}">
      <dgm:prSet phldrT="[Text]" custT="1"/>
      <dgm:spPr/>
      <dgm:t>
        <a:bodyPr/>
        <a:lstStyle/>
        <a:p>
          <a:r>
            <a:rPr lang="en-IN" sz="2000" dirty="0">
              <a:latin typeface="Century Schoolbook" panose="02040604050505020304" pitchFamily="18" charset="0"/>
            </a:rPr>
            <a:t>Data analysis</a:t>
          </a:r>
        </a:p>
      </dgm:t>
    </dgm:pt>
    <dgm:pt modelId="{697F8AFA-8B48-40AA-9EC4-4709758D3C9E}" type="parTrans" cxnId="{A1B87BD1-02CF-40B4-B379-BF8E2786350A}">
      <dgm:prSet/>
      <dgm:spPr/>
      <dgm:t>
        <a:bodyPr/>
        <a:lstStyle/>
        <a:p>
          <a:endParaRPr lang="en-IN" sz="2000">
            <a:latin typeface="Century Schoolbook" panose="02040604050505020304" pitchFamily="18" charset="0"/>
          </a:endParaRPr>
        </a:p>
      </dgm:t>
    </dgm:pt>
    <dgm:pt modelId="{B6680C59-64B7-44B0-B8E1-6C997E37BF15}" type="sibTrans" cxnId="{A1B87BD1-02CF-40B4-B379-BF8E2786350A}">
      <dgm:prSet/>
      <dgm:spPr/>
      <dgm:t>
        <a:bodyPr/>
        <a:lstStyle/>
        <a:p>
          <a:endParaRPr lang="en-IN" sz="2000">
            <a:latin typeface="Century Schoolbook" panose="02040604050505020304" pitchFamily="18" charset="0"/>
          </a:endParaRPr>
        </a:p>
      </dgm:t>
    </dgm:pt>
    <dgm:pt modelId="{E7CED554-6265-479A-BBF6-CB935B568827}" type="pres">
      <dgm:prSet presAssocID="{05270D77-A06C-4144-8F04-65934683819E}" presName="Name0" presStyleCnt="0">
        <dgm:presLayoutVars>
          <dgm:dir/>
          <dgm:resizeHandles val="exact"/>
        </dgm:presLayoutVars>
      </dgm:prSet>
      <dgm:spPr/>
    </dgm:pt>
    <dgm:pt modelId="{EC1E32B6-5F78-456E-857F-E7A78E43D3AB}" type="pres">
      <dgm:prSet presAssocID="{05270D77-A06C-4144-8F04-65934683819E}" presName="vNodes" presStyleCnt="0"/>
      <dgm:spPr/>
    </dgm:pt>
    <dgm:pt modelId="{A65D3AA5-A5BD-4DE1-9257-7385B0855CE9}" type="pres">
      <dgm:prSet presAssocID="{05270D77-A06C-4144-8F04-65934683819E}" presName="lastNode" presStyleLbl="node1" presStyleIdx="0" presStyleCnt="1" custLinFactNeighborX="-13875" custLinFactNeighborY="-1632">
        <dgm:presLayoutVars>
          <dgm:bulletEnabled val="1"/>
        </dgm:presLayoutVars>
      </dgm:prSet>
      <dgm:spPr/>
    </dgm:pt>
  </dgm:ptLst>
  <dgm:cxnLst>
    <dgm:cxn modelId="{99393102-73B8-4284-A6FD-EE8C80AC3D09}" type="presOf" srcId="{05270D77-A06C-4144-8F04-65934683819E}" destId="{E7CED554-6265-479A-BBF6-CB935B568827}" srcOrd="0" destOrd="0" presId="urn:microsoft.com/office/officeart/2005/8/layout/equation2"/>
    <dgm:cxn modelId="{CF267491-DC13-4C96-8DD0-2485945C12B2}" type="presOf" srcId="{E63109E2-64EE-4304-B8BF-882E06F11A8B}" destId="{A65D3AA5-A5BD-4DE1-9257-7385B0855CE9}" srcOrd="0" destOrd="0" presId="urn:microsoft.com/office/officeart/2005/8/layout/equation2"/>
    <dgm:cxn modelId="{A1B87BD1-02CF-40B4-B379-BF8E2786350A}" srcId="{05270D77-A06C-4144-8F04-65934683819E}" destId="{E63109E2-64EE-4304-B8BF-882E06F11A8B}" srcOrd="0" destOrd="0" parTransId="{697F8AFA-8B48-40AA-9EC4-4709758D3C9E}" sibTransId="{B6680C59-64B7-44B0-B8E1-6C997E37BF15}"/>
    <dgm:cxn modelId="{EA9C85B1-D57B-44FD-A321-762994E83D69}" type="presParOf" srcId="{E7CED554-6265-479A-BBF6-CB935B568827}" destId="{EC1E32B6-5F78-456E-857F-E7A78E43D3AB}" srcOrd="0" destOrd="0" presId="urn:microsoft.com/office/officeart/2005/8/layout/equation2"/>
    <dgm:cxn modelId="{1BAA547C-EE2B-4568-84F4-B5DAAA3F2EFF}" type="presParOf" srcId="{E7CED554-6265-479A-BBF6-CB935B568827}" destId="{A65D3AA5-A5BD-4DE1-9257-7385B0855CE9}" srcOrd="1"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231F940-F100-4815-950A-83CE03AD065D}"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IN"/>
        </a:p>
      </dgm:t>
    </dgm:pt>
    <dgm:pt modelId="{D0EF5B1B-FE28-4BD8-B191-BA0C829F7A1E}">
      <dgm:prSet phldrT="[Text]"/>
      <dgm:spPr/>
      <dgm:t>
        <a:bodyPr/>
        <a:lstStyle/>
        <a:p>
          <a:r>
            <a:rPr lang="en-IN" dirty="0">
              <a:latin typeface="Century Schoolbook" panose="02040604050505020304" pitchFamily="18" charset="0"/>
            </a:rPr>
            <a:t>Collecting all data to ESP-32</a:t>
          </a:r>
        </a:p>
      </dgm:t>
    </dgm:pt>
    <dgm:pt modelId="{94616A08-024B-4F9C-B07D-D3BC93B9F160}" type="parTrans" cxnId="{1C79F8F8-20B5-45DB-A36B-69BA8739E868}">
      <dgm:prSet/>
      <dgm:spPr/>
      <dgm:t>
        <a:bodyPr/>
        <a:lstStyle/>
        <a:p>
          <a:endParaRPr lang="en-IN">
            <a:latin typeface="Century Schoolbook" panose="02040604050505020304" pitchFamily="18" charset="0"/>
          </a:endParaRPr>
        </a:p>
      </dgm:t>
    </dgm:pt>
    <dgm:pt modelId="{22000C47-E76A-4FE6-9195-C3A3F5706B03}" type="sibTrans" cxnId="{1C79F8F8-20B5-45DB-A36B-69BA8739E868}">
      <dgm:prSet/>
      <dgm:spPr/>
      <dgm:t>
        <a:bodyPr/>
        <a:lstStyle/>
        <a:p>
          <a:endParaRPr lang="en-IN">
            <a:latin typeface="Century Schoolbook" panose="02040604050505020304" pitchFamily="18" charset="0"/>
          </a:endParaRPr>
        </a:p>
      </dgm:t>
    </dgm:pt>
    <dgm:pt modelId="{CBE8A137-5CD2-431B-AB6C-235B06CBB1D0}">
      <dgm:prSet phldrT="[Text]"/>
      <dgm:spPr/>
      <dgm:t>
        <a:bodyPr/>
        <a:lstStyle/>
        <a:p>
          <a:r>
            <a:rPr lang="en-IN" dirty="0">
              <a:latin typeface="Century Schoolbook" panose="02040604050505020304" pitchFamily="18" charset="0"/>
            </a:rPr>
            <a:t>Soap level detection</a:t>
          </a:r>
        </a:p>
      </dgm:t>
    </dgm:pt>
    <dgm:pt modelId="{D27CC087-0806-43AE-893E-825707373143}" type="parTrans" cxnId="{BAA450E9-AC99-4A9A-A489-35025CEA6390}">
      <dgm:prSet/>
      <dgm:spPr/>
      <dgm:t>
        <a:bodyPr/>
        <a:lstStyle/>
        <a:p>
          <a:endParaRPr lang="en-IN">
            <a:latin typeface="Century Schoolbook" panose="02040604050505020304" pitchFamily="18" charset="0"/>
          </a:endParaRPr>
        </a:p>
      </dgm:t>
    </dgm:pt>
    <dgm:pt modelId="{DBF08AF6-2D1E-49AD-83CE-8AF3F5FB5154}" type="sibTrans" cxnId="{BAA450E9-AC99-4A9A-A489-35025CEA6390}">
      <dgm:prSet/>
      <dgm:spPr/>
      <dgm:t>
        <a:bodyPr/>
        <a:lstStyle/>
        <a:p>
          <a:endParaRPr lang="en-IN">
            <a:latin typeface="Century Schoolbook" panose="02040604050505020304" pitchFamily="18" charset="0"/>
          </a:endParaRPr>
        </a:p>
      </dgm:t>
    </dgm:pt>
    <dgm:pt modelId="{32D98C28-ED9F-4B68-9798-B420CDDB92ED}">
      <dgm:prSet phldrT="[Text]"/>
      <dgm:spPr/>
      <dgm:t>
        <a:bodyPr/>
        <a:lstStyle/>
        <a:p>
          <a:r>
            <a:rPr lang="en-IN" dirty="0">
              <a:latin typeface="Century Schoolbook" panose="02040604050505020304" pitchFamily="18" charset="0"/>
            </a:rPr>
            <a:t>Smoke detection</a:t>
          </a:r>
        </a:p>
      </dgm:t>
    </dgm:pt>
    <dgm:pt modelId="{0A0667D1-C3E3-4A6F-BF64-56AB22437097}" type="parTrans" cxnId="{FAD08A29-8DB1-440C-BF23-8DEACCCBCFE8}">
      <dgm:prSet/>
      <dgm:spPr/>
      <dgm:t>
        <a:bodyPr/>
        <a:lstStyle/>
        <a:p>
          <a:endParaRPr lang="en-IN">
            <a:latin typeface="Century Schoolbook" panose="02040604050505020304" pitchFamily="18" charset="0"/>
          </a:endParaRPr>
        </a:p>
      </dgm:t>
    </dgm:pt>
    <dgm:pt modelId="{A18E6C28-E2B1-479C-8DF4-89B2C13E4727}" type="sibTrans" cxnId="{FAD08A29-8DB1-440C-BF23-8DEACCCBCFE8}">
      <dgm:prSet/>
      <dgm:spPr/>
      <dgm:t>
        <a:bodyPr/>
        <a:lstStyle/>
        <a:p>
          <a:endParaRPr lang="en-IN">
            <a:latin typeface="Century Schoolbook" panose="02040604050505020304" pitchFamily="18" charset="0"/>
          </a:endParaRPr>
        </a:p>
      </dgm:t>
    </dgm:pt>
    <dgm:pt modelId="{492073F5-ABB4-479B-AFB6-86E042BF4420}">
      <dgm:prSet phldrT="[Text]"/>
      <dgm:spPr/>
      <dgm:t>
        <a:bodyPr/>
        <a:lstStyle/>
        <a:p>
          <a:r>
            <a:rPr lang="en-IN" dirty="0">
              <a:latin typeface="Century Schoolbook" panose="02040604050505020304" pitchFamily="18" charset="0"/>
            </a:rPr>
            <a:t>Garbage level detection</a:t>
          </a:r>
        </a:p>
      </dgm:t>
    </dgm:pt>
    <dgm:pt modelId="{5E06591B-36A4-454E-96AC-1D0DE2BA9389}" type="parTrans" cxnId="{E9114BC5-BDF3-47EE-91DB-D63736105EC5}">
      <dgm:prSet/>
      <dgm:spPr/>
      <dgm:t>
        <a:bodyPr/>
        <a:lstStyle/>
        <a:p>
          <a:endParaRPr lang="en-IN">
            <a:latin typeface="Century Schoolbook" panose="02040604050505020304" pitchFamily="18" charset="0"/>
          </a:endParaRPr>
        </a:p>
      </dgm:t>
    </dgm:pt>
    <dgm:pt modelId="{C62DF1F6-ACC9-4350-A9F3-DADA076E918B}" type="sibTrans" cxnId="{E9114BC5-BDF3-47EE-91DB-D63736105EC5}">
      <dgm:prSet/>
      <dgm:spPr/>
      <dgm:t>
        <a:bodyPr/>
        <a:lstStyle/>
        <a:p>
          <a:endParaRPr lang="en-IN">
            <a:latin typeface="Century Schoolbook" panose="02040604050505020304" pitchFamily="18" charset="0"/>
          </a:endParaRPr>
        </a:p>
      </dgm:t>
    </dgm:pt>
    <dgm:pt modelId="{0C49BDF5-EAB8-425E-9817-49D51EAA9770}" type="pres">
      <dgm:prSet presAssocID="{D231F940-F100-4815-950A-83CE03AD065D}" presName="cycle" presStyleCnt="0">
        <dgm:presLayoutVars>
          <dgm:chMax val="1"/>
          <dgm:dir/>
          <dgm:animLvl val="ctr"/>
          <dgm:resizeHandles val="exact"/>
        </dgm:presLayoutVars>
      </dgm:prSet>
      <dgm:spPr/>
    </dgm:pt>
    <dgm:pt modelId="{1D3E074F-B8AA-47C8-BF80-C5DA69975AC6}" type="pres">
      <dgm:prSet presAssocID="{D0EF5B1B-FE28-4BD8-B191-BA0C829F7A1E}" presName="centerShape" presStyleLbl="node0" presStyleIdx="0" presStyleCnt="1"/>
      <dgm:spPr/>
    </dgm:pt>
    <dgm:pt modelId="{DBF5D9D3-55D0-49F6-B800-F197CCDF18F0}" type="pres">
      <dgm:prSet presAssocID="{D27CC087-0806-43AE-893E-825707373143}" presName="parTrans" presStyleLbl="bgSibTrans2D1" presStyleIdx="0" presStyleCnt="3"/>
      <dgm:spPr/>
    </dgm:pt>
    <dgm:pt modelId="{15E9AE76-7490-42C3-8C27-FF909D9FB615}" type="pres">
      <dgm:prSet presAssocID="{CBE8A137-5CD2-431B-AB6C-235B06CBB1D0}" presName="node" presStyleLbl="node1" presStyleIdx="0" presStyleCnt="3">
        <dgm:presLayoutVars>
          <dgm:bulletEnabled val="1"/>
        </dgm:presLayoutVars>
      </dgm:prSet>
      <dgm:spPr/>
    </dgm:pt>
    <dgm:pt modelId="{3A84E0AC-C699-4AF1-B804-DCB93E9DB42A}" type="pres">
      <dgm:prSet presAssocID="{0A0667D1-C3E3-4A6F-BF64-56AB22437097}" presName="parTrans" presStyleLbl="bgSibTrans2D1" presStyleIdx="1" presStyleCnt="3"/>
      <dgm:spPr/>
    </dgm:pt>
    <dgm:pt modelId="{35FFD503-A2A1-4981-B2BD-DFBF9DD8CC85}" type="pres">
      <dgm:prSet presAssocID="{32D98C28-ED9F-4B68-9798-B420CDDB92ED}" presName="node" presStyleLbl="node1" presStyleIdx="1" presStyleCnt="3">
        <dgm:presLayoutVars>
          <dgm:bulletEnabled val="1"/>
        </dgm:presLayoutVars>
      </dgm:prSet>
      <dgm:spPr/>
    </dgm:pt>
    <dgm:pt modelId="{081EFA7F-8A72-4F15-B895-E2F5C891B15C}" type="pres">
      <dgm:prSet presAssocID="{5E06591B-36A4-454E-96AC-1D0DE2BA9389}" presName="parTrans" presStyleLbl="bgSibTrans2D1" presStyleIdx="2" presStyleCnt="3"/>
      <dgm:spPr/>
    </dgm:pt>
    <dgm:pt modelId="{516BC0C6-BCED-45E4-A835-B29E9BBAE1BB}" type="pres">
      <dgm:prSet presAssocID="{492073F5-ABB4-479B-AFB6-86E042BF4420}" presName="node" presStyleLbl="node1" presStyleIdx="2" presStyleCnt="3">
        <dgm:presLayoutVars>
          <dgm:bulletEnabled val="1"/>
        </dgm:presLayoutVars>
      </dgm:prSet>
      <dgm:spPr/>
    </dgm:pt>
  </dgm:ptLst>
  <dgm:cxnLst>
    <dgm:cxn modelId="{23C9B312-4707-4235-9B18-2EBDFA4187ED}" type="presOf" srcId="{32D98C28-ED9F-4B68-9798-B420CDDB92ED}" destId="{35FFD503-A2A1-4981-B2BD-DFBF9DD8CC85}" srcOrd="0" destOrd="0" presId="urn:microsoft.com/office/officeart/2005/8/layout/radial4"/>
    <dgm:cxn modelId="{FAD08A29-8DB1-440C-BF23-8DEACCCBCFE8}" srcId="{D0EF5B1B-FE28-4BD8-B191-BA0C829F7A1E}" destId="{32D98C28-ED9F-4B68-9798-B420CDDB92ED}" srcOrd="1" destOrd="0" parTransId="{0A0667D1-C3E3-4A6F-BF64-56AB22437097}" sibTransId="{A18E6C28-E2B1-479C-8DF4-89B2C13E4727}"/>
    <dgm:cxn modelId="{0C9CBC2A-6F2C-45BC-9F38-945781254528}" type="presOf" srcId="{CBE8A137-5CD2-431B-AB6C-235B06CBB1D0}" destId="{15E9AE76-7490-42C3-8C27-FF909D9FB615}" srcOrd="0" destOrd="0" presId="urn:microsoft.com/office/officeart/2005/8/layout/radial4"/>
    <dgm:cxn modelId="{726A5C37-70CA-4677-8D7D-02E5489FE7E0}" type="presOf" srcId="{D27CC087-0806-43AE-893E-825707373143}" destId="{DBF5D9D3-55D0-49F6-B800-F197CCDF18F0}" srcOrd="0" destOrd="0" presId="urn:microsoft.com/office/officeart/2005/8/layout/radial4"/>
    <dgm:cxn modelId="{FB369440-AFD7-4564-8BB4-DE45237B34B7}" type="presOf" srcId="{D0EF5B1B-FE28-4BD8-B191-BA0C829F7A1E}" destId="{1D3E074F-B8AA-47C8-BF80-C5DA69975AC6}" srcOrd="0" destOrd="0" presId="urn:microsoft.com/office/officeart/2005/8/layout/radial4"/>
    <dgm:cxn modelId="{543AA8A1-0C10-41A5-9DB9-8ABD417322F3}" type="presOf" srcId="{D231F940-F100-4815-950A-83CE03AD065D}" destId="{0C49BDF5-EAB8-425E-9817-49D51EAA9770}" srcOrd="0" destOrd="0" presId="urn:microsoft.com/office/officeart/2005/8/layout/radial4"/>
    <dgm:cxn modelId="{C2247FB0-0916-4839-BFD1-C631766A1280}" type="presOf" srcId="{5E06591B-36A4-454E-96AC-1D0DE2BA9389}" destId="{081EFA7F-8A72-4F15-B895-E2F5C891B15C}" srcOrd="0" destOrd="0" presId="urn:microsoft.com/office/officeart/2005/8/layout/radial4"/>
    <dgm:cxn modelId="{7D3515B4-C100-428D-98AA-F14C6D4CE5AE}" type="presOf" srcId="{492073F5-ABB4-479B-AFB6-86E042BF4420}" destId="{516BC0C6-BCED-45E4-A835-B29E9BBAE1BB}" srcOrd="0" destOrd="0" presId="urn:microsoft.com/office/officeart/2005/8/layout/radial4"/>
    <dgm:cxn modelId="{E9114BC5-BDF3-47EE-91DB-D63736105EC5}" srcId="{D0EF5B1B-FE28-4BD8-B191-BA0C829F7A1E}" destId="{492073F5-ABB4-479B-AFB6-86E042BF4420}" srcOrd="2" destOrd="0" parTransId="{5E06591B-36A4-454E-96AC-1D0DE2BA9389}" sibTransId="{C62DF1F6-ACC9-4350-A9F3-DADA076E918B}"/>
    <dgm:cxn modelId="{503D56C7-F7D2-454C-ABCD-7E6B2431EC49}" type="presOf" srcId="{0A0667D1-C3E3-4A6F-BF64-56AB22437097}" destId="{3A84E0AC-C699-4AF1-B804-DCB93E9DB42A}" srcOrd="0" destOrd="0" presId="urn:microsoft.com/office/officeart/2005/8/layout/radial4"/>
    <dgm:cxn modelId="{BAA450E9-AC99-4A9A-A489-35025CEA6390}" srcId="{D0EF5B1B-FE28-4BD8-B191-BA0C829F7A1E}" destId="{CBE8A137-5CD2-431B-AB6C-235B06CBB1D0}" srcOrd="0" destOrd="0" parTransId="{D27CC087-0806-43AE-893E-825707373143}" sibTransId="{DBF08AF6-2D1E-49AD-83CE-8AF3F5FB5154}"/>
    <dgm:cxn modelId="{1C79F8F8-20B5-45DB-A36B-69BA8739E868}" srcId="{D231F940-F100-4815-950A-83CE03AD065D}" destId="{D0EF5B1B-FE28-4BD8-B191-BA0C829F7A1E}" srcOrd="0" destOrd="0" parTransId="{94616A08-024B-4F9C-B07D-D3BC93B9F160}" sibTransId="{22000C47-E76A-4FE6-9195-C3A3F5706B03}"/>
    <dgm:cxn modelId="{EBD4DD12-1CAA-4D5A-89AD-330EE3138588}" type="presParOf" srcId="{0C49BDF5-EAB8-425E-9817-49D51EAA9770}" destId="{1D3E074F-B8AA-47C8-BF80-C5DA69975AC6}" srcOrd="0" destOrd="0" presId="urn:microsoft.com/office/officeart/2005/8/layout/radial4"/>
    <dgm:cxn modelId="{0C710387-2A89-447A-9F6E-58315A862079}" type="presParOf" srcId="{0C49BDF5-EAB8-425E-9817-49D51EAA9770}" destId="{DBF5D9D3-55D0-49F6-B800-F197CCDF18F0}" srcOrd="1" destOrd="0" presId="urn:microsoft.com/office/officeart/2005/8/layout/radial4"/>
    <dgm:cxn modelId="{36A323AD-A0C3-45A8-8658-A3A257302B74}" type="presParOf" srcId="{0C49BDF5-EAB8-425E-9817-49D51EAA9770}" destId="{15E9AE76-7490-42C3-8C27-FF909D9FB615}" srcOrd="2" destOrd="0" presId="urn:microsoft.com/office/officeart/2005/8/layout/radial4"/>
    <dgm:cxn modelId="{822B9BAE-71FB-4060-A690-4E7D784AAC06}" type="presParOf" srcId="{0C49BDF5-EAB8-425E-9817-49D51EAA9770}" destId="{3A84E0AC-C699-4AF1-B804-DCB93E9DB42A}" srcOrd="3" destOrd="0" presId="urn:microsoft.com/office/officeart/2005/8/layout/radial4"/>
    <dgm:cxn modelId="{D57B474B-6926-48A6-B818-9BA0FEBB8A67}" type="presParOf" srcId="{0C49BDF5-EAB8-425E-9817-49D51EAA9770}" destId="{35FFD503-A2A1-4981-B2BD-DFBF9DD8CC85}" srcOrd="4" destOrd="0" presId="urn:microsoft.com/office/officeart/2005/8/layout/radial4"/>
    <dgm:cxn modelId="{7E3FAB9E-10E1-48F8-8E92-7D625B3EDB55}" type="presParOf" srcId="{0C49BDF5-EAB8-425E-9817-49D51EAA9770}" destId="{081EFA7F-8A72-4F15-B895-E2F5C891B15C}" srcOrd="5" destOrd="0" presId="urn:microsoft.com/office/officeart/2005/8/layout/radial4"/>
    <dgm:cxn modelId="{8E9EAE08-E495-4114-AB9B-56B2AC9D4DF9}" type="presParOf" srcId="{0C49BDF5-EAB8-425E-9817-49D51EAA9770}" destId="{516BC0C6-BCED-45E4-A835-B29E9BBAE1BB}" srcOrd="6" destOrd="0" presId="urn:microsoft.com/office/officeart/2005/8/layout/radial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59E7FBC-92E1-4C9F-B1CD-03545F5EF1C5}" type="doc">
      <dgm:prSet loTypeId="urn:microsoft.com/office/officeart/2005/8/layout/radial4" loCatId="relationship" qsTypeId="urn:microsoft.com/office/officeart/2005/8/quickstyle/simple1" qsCatId="simple" csTypeId="urn:microsoft.com/office/officeart/2005/8/colors/accent1_2" csCatId="accent1" phldr="1"/>
      <dgm:spPr>
        <a:scene3d>
          <a:camera prst="orthographicFront">
            <a:rot lat="10800000" lon="0" rev="0"/>
          </a:camera>
          <a:lightRig rig="threePt" dir="t"/>
        </a:scene3d>
      </dgm:spPr>
      <dgm:t>
        <a:bodyPr/>
        <a:lstStyle/>
        <a:p>
          <a:endParaRPr lang="en-IN"/>
        </a:p>
      </dgm:t>
    </dgm:pt>
    <dgm:pt modelId="{56FF03DE-8B58-4DF0-8FA8-5EFDF17DC0FA}">
      <dgm:prSet phldrT="[Text]"/>
      <dgm:spPr>
        <a:scene3d>
          <a:camera prst="orthographicFront">
            <a:rot lat="10800000" lon="0" rev="0"/>
          </a:camera>
          <a:lightRig rig="threePt" dir="t"/>
        </a:scene3d>
        <a:sp3d/>
      </dgm:spPr>
      <dgm:t>
        <a:bodyPr>
          <a:flatTx/>
        </a:bodyPr>
        <a:lstStyle/>
        <a:p>
          <a:r>
            <a:rPr lang="en-IN" dirty="0">
              <a:latin typeface="Century Schoolbook" panose="02040604050505020304" pitchFamily="18" charset="0"/>
            </a:rPr>
            <a:t>Collecting all data to ESP-32</a:t>
          </a:r>
        </a:p>
      </dgm:t>
    </dgm:pt>
    <dgm:pt modelId="{AB0D5408-A6B8-4E16-9079-14AA46EBA7BB}" type="parTrans" cxnId="{0C5C54AE-8140-4434-9F94-8249D4CD6F97}">
      <dgm:prSet/>
      <dgm:spPr/>
      <dgm:t>
        <a:bodyPr/>
        <a:lstStyle/>
        <a:p>
          <a:endParaRPr lang="en-IN">
            <a:latin typeface="Century Schoolbook" panose="02040604050505020304" pitchFamily="18" charset="0"/>
          </a:endParaRPr>
        </a:p>
      </dgm:t>
    </dgm:pt>
    <dgm:pt modelId="{DD649DF8-E537-4DCB-ADF5-A2B8CAA07371}" type="sibTrans" cxnId="{0C5C54AE-8140-4434-9F94-8249D4CD6F97}">
      <dgm:prSet/>
      <dgm:spPr/>
      <dgm:t>
        <a:bodyPr/>
        <a:lstStyle/>
        <a:p>
          <a:endParaRPr lang="en-IN">
            <a:latin typeface="Century Schoolbook" panose="02040604050505020304" pitchFamily="18" charset="0"/>
          </a:endParaRPr>
        </a:p>
      </dgm:t>
    </dgm:pt>
    <dgm:pt modelId="{2C5D9F06-C386-4B91-9EF3-CC0687C11AB2}">
      <dgm:prSet phldrT="[Text]"/>
      <dgm:spPr>
        <a:scene3d>
          <a:camera prst="orthographicFront">
            <a:rot lat="10800000" lon="0" rev="0"/>
          </a:camera>
          <a:lightRig rig="threePt" dir="t"/>
        </a:scene3d>
        <a:sp3d/>
      </dgm:spPr>
      <dgm:t>
        <a:bodyPr>
          <a:flatTx/>
        </a:bodyPr>
        <a:lstStyle/>
        <a:p>
          <a:r>
            <a:rPr lang="en-IN" dirty="0">
              <a:latin typeface="Century Schoolbook" panose="02040604050505020304" pitchFamily="18" charset="0"/>
            </a:rPr>
            <a:t>Ammonia detection</a:t>
          </a:r>
        </a:p>
      </dgm:t>
    </dgm:pt>
    <dgm:pt modelId="{DFFF4B8A-4B8C-407C-8846-676CC8587714}" type="parTrans" cxnId="{D1300130-0F2A-49AB-A366-04BFD30685A8}">
      <dgm:prSet/>
      <dgm:spPr>
        <a:scene3d>
          <a:camera prst="orthographicFront">
            <a:rot lat="10800000" lon="0" rev="0"/>
          </a:camera>
          <a:lightRig rig="threePt" dir="t"/>
        </a:scene3d>
        <a:sp3d/>
      </dgm:spPr>
      <dgm:t>
        <a:bodyPr>
          <a:flatTx/>
        </a:bodyPr>
        <a:lstStyle/>
        <a:p>
          <a:endParaRPr lang="en-IN">
            <a:latin typeface="Century Schoolbook" panose="02040604050505020304" pitchFamily="18" charset="0"/>
          </a:endParaRPr>
        </a:p>
      </dgm:t>
    </dgm:pt>
    <dgm:pt modelId="{0FADDF13-A4B5-49C1-A313-82C196A7A8CC}" type="sibTrans" cxnId="{D1300130-0F2A-49AB-A366-04BFD30685A8}">
      <dgm:prSet/>
      <dgm:spPr/>
      <dgm:t>
        <a:bodyPr/>
        <a:lstStyle/>
        <a:p>
          <a:endParaRPr lang="en-IN">
            <a:latin typeface="Century Schoolbook" panose="02040604050505020304" pitchFamily="18" charset="0"/>
          </a:endParaRPr>
        </a:p>
      </dgm:t>
    </dgm:pt>
    <dgm:pt modelId="{2EDA2446-454C-492A-AD88-6E0463501186}">
      <dgm:prSet phldrT="[Text]"/>
      <dgm:spPr>
        <a:scene3d>
          <a:camera prst="orthographicFront">
            <a:rot lat="10800000" lon="0" rev="0"/>
          </a:camera>
          <a:lightRig rig="threePt" dir="t"/>
        </a:scene3d>
        <a:sp3d/>
      </dgm:spPr>
      <dgm:t>
        <a:bodyPr>
          <a:flatTx/>
        </a:bodyPr>
        <a:lstStyle/>
        <a:p>
          <a:r>
            <a:rPr lang="en-IN" dirty="0">
              <a:latin typeface="Century Schoolbook" panose="02040604050505020304" pitchFamily="18" charset="0"/>
            </a:rPr>
            <a:t>Toilet paper width detection</a:t>
          </a:r>
        </a:p>
      </dgm:t>
    </dgm:pt>
    <dgm:pt modelId="{255D360A-899F-433A-8A50-99A71DF3B151}" type="parTrans" cxnId="{3902C98B-BC13-47A0-BED6-E733017A26B9}">
      <dgm:prSet/>
      <dgm:spPr>
        <a:scene3d>
          <a:camera prst="orthographicFront">
            <a:rot lat="10800000" lon="0" rev="0"/>
          </a:camera>
          <a:lightRig rig="threePt" dir="t"/>
        </a:scene3d>
        <a:sp3d/>
      </dgm:spPr>
      <dgm:t>
        <a:bodyPr>
          <a:flatTx/>
        </a:bodyPr>
        <a:lstStyle/>
        <a:p>
          <a:endParaRPr lang="en-IN">
            <a:latin typeface="Century Schoolbook" panose="02040604050505020304" pitchFamily="18" charset="0"/>
          </a:endParaRPr>
        </a:p>
      </dgm:t>
    </dgm:pt>
    <dgm:pt modelId="{80FD47F3-2540-44C8-A8BB-8CC0A6010F15}" type="sibTrans" cxnId="{3902C98B-BC13-47A0-BED6-E733017A26B9}">
      <dgm:prSet/>
      <dgm:spPr/>
      <dgm:t>
        <a:bodyPr/>
        <a:lstStyle/>
        <a:p>
          <a:endParaRPr lang="en-IN">
            <a:latin typeface="Century Schoolbook" panose="02040604050505020304" pitchFamily="18" charset="0"/>
          </a:endParaRPr>
        </a:p>
      </dgm:t>
    </dgm:pt>
    <dgm:pt modelId="{7FE70230-EF93-4363-ADFF-A4F2BFFC4AE3}">
      <dgm:prSet phldrT="[Text]"/>
      <dgm:spPr>
        <a:scene3d>
          <a:camera prst="orthographicFront">
            <a:rot lat="10800000" lon="0" rev="0"/>
          </a:camera>
          <a:lightRig rig="threePt" dir="t"/>
        </a:scene3d>
        <a:sp3d/>
      </dgm:spPr>
      <dgm:t>
        <a:bodyPr>
          <a:flatTx/>
        </a:bodyPr>
        <a:lstStyle/>
        <a:p>
          <a:r>
            <a:rPr lang="en-IN" dirty="0">
              <a:latin typeface="Century Schoolbook" panose="02040604050505020304" pitchFamily="18" charset="0"/>
            </a:rPr>
            <a:t>Cubicle vacancy checking</a:t>
          </a:r>
        </a:p>
      </dgm:t>
    </dgm:pt>
    <dgm:pt modelId="{DAAC9911-280D-4B8A-BCCE-EB7A8FB4C83E}" type="parTrans" cxnId="{477FF4BC-ACB8-4C26-9CE7-FD2263FD07A7}">
      <dgm:prSet/>
      <dgm:spPr>
        <a:scene3d>
          <a:camera prst="orthographicFront">
            <a:rot lat="10800000" lon="0" rev="0"/>
          </a:camera>
          <a:lightRig rig="threePt" dir="t"/>
        </a:scene3d>
        <a:sp3d/>
      </dgm:spPr>
      <dgm:t>
        <a:bodyPr>
          <a:flatTx/>
        </a:bodyPr>
        <a:lstStyle/>
        <a:p>
          <a:endParaRPr lang="en-IN">
            <a:latin typeface="Century Schoolbook" panose="02040604050505020304" pitchFamily="18" charset="0"/>
          </a:endParaRPr>
        </a:p>
      </dgm:t>
    </dgm:pt>
    <dgm:pt modelId="{03B5F3E5-FE75-4B03-863A-E8D4011114A7}" type="sibTrans" cxnId="{477FF4BC-ACB8-4C26-9CE7-FD2263FD07A7}">
      <dgm:prSet/>
      <dgm:spPr/>
      <dgm:t>
        <a:bodyPr/>
        <a:lstStyle/>
        <a:p>
          <a:endParaRPr lang="en-IN">
            <a:latin typeface="Century Schoolbook" panose="02040604050505020304" pitchFamily="18" charset="0"/>
          </a:endParaRPr>
        </a:p>
      </dgm:t>
    </dgm:pt>
    <dgm:pt modelId="{833DF7EC-BBB5-4FE6-92BB-096CA26F2C6C}" type="pres">
      <dgm:prSet presAssocID="{859E7FBC-92E1-4C9F-B1CD-03545F5EF1C5}" presName="cycle" presStyleCnt="0">
        <dgm:presLayoutVars>
          <dgm:chMax val="1"/>
          <dgm:dir/>
          <dgm:animLvl val="ctr"/>
          <dgm:resizeHandles val="exact"/>
        </dgm:presLayoutVars>
      </dgm:prSet>
      <dgm:spPr/>
    </dgm:pt>
    <dgm:pt modelId="{39613E5E-9E73-467C-A17C-A6DF95E9696C}" type="pres">
      <dgm:prSet presAssocID="{56FF03DE-8B58-4DF0-8FA8-5EFDF17DC0FA}" presName="centerShape" presStyleLbl="node0" presStyleIdx="0" presStyleCnt="1"/>
      <dgm:spPr/>
    </dgm:pt>
    <dgm:pt modelId="{3976F3E1-4E0B-4C7C-B9F8-6EAED6B525E1}" type="pres">
      <dgm:prSet presAssocID="{DFFF4B8A-4B8C-407C-8846-676CC8587714}" presName="parTrans" presStyleLbl="bgSibTrans2D1" presStyleIdx="0" presStyleCnt="3"/>
      <dgm:spPr/>
    </dgm:pt>
    <dgm:pt modelId="{0E2A9CCB-78BF-4D03-BB41-C260AECF9B0E}" type="pres">
      <dgm:prSet presAssocID="{2C5D9F06-C386-4B91-9EF3-CC0687C11AB2}" presName="node" presStyleLbl="node1" presStyleIdx="0" presStyleCnt="3">
        <dgm:presLayoutVars>
          <dgm:bulletEnabled val="1"/>
        </dgm:presLayoutVars>
      </dgm:prSet>
      <dgm:spPr/>
    </dgm:pt>
    <dgm:pt modelId="{D96C2092-E387-4E56-BD52-B9A06CE94BD0}" type="pres">
      <dgm:prSet presAssocID="{255D360A-899F-433A-8A50-99A71DF3B151}" presName="parTrans" presStyleLbl="bgSibTrans2D1" presStyleIdx="1" presStyleCnt="3"/>
      <dgm:spPr/>
    </dgm:pt>
    <dgm:pt modelId="{DFE8A210-DCD1-4632-A9DC-34CFC0A1600D}" type="pres">
      <dgm:prSet presAssocID="{2EDA2446-454C-492A-AD88-6E0463501186}" presName="node" presStyleLbl="node1" presStyleIdx="1" presStyleCnt="3">
        <dgm:presLayoutVars>
          <dgm:bulletEnabled val="1"/>
        </dgm:presLayoutVars>
      </dgm:prSet>
      <dgm:spPr/>
    </dgm:pt>
    <dgm:pt modelId="{6CAD8277-E614-41D6-B4CB-B987CCDE3D73}" type="pres">
      <dgm:prSet presAssocID="{DAAC9911-280D-4B8A-BCCE-EB7A8FB4C83E}" presName="parTrans" presStyleLbl="bgSibTrans2D1" presStyleIdx="2" presStyleCnt="3"/>
      <dgm:spPr/>
    </dgm:pt>
    <dgm:pt modelId="{F18F4943-A477-4200-9679-CE8D7F7B1F5B}" type="pres">
      <dgm:prSet presAssocID="{7FE70230-EF93-4363-ADFF-A4F2BFFC4AE3}" presName="node" presStyleLbl="node1" presStyleIdx="2" presStyleCnt="3">
        <dgm:presLayoutVars>
          <dgm:bulletEnabled val="1"/>
        </dgm:presLayoutVars>
      </dgm:prSet>
      <dgm:spPr/>
    </dgm:pt>
  </dgm:ptLst>
  <dgm:cxnLst>
    <dgm:cxn modelId="{BB568925-EF0F-4B14-9904-66D837E74A79}" type="presOf" srcId="{255D360A-899F-433A-8A50-99A71DF3B151}" destId="{D96C2092-E387-4E56-BD52-B9A06CE94BD0}" srcOrd="0" destOrd="0" presId="urn:microsoft.com/office/officeart/2005/8/layout/radial4"/>
    <dgm:cxn modelId="{D1300130-0F2A-49AB-A366-04BFD30685A8}" srcId="{56FF03DE-8B58-4DF0-8FA8-5EFDF17DC0FA}" destId="{2C5D9F06-C386-4B91-9EF3-CC0687C11AB2}" srcOrd="0" destOrd="0" parTransId="{DFFF4B8A-4B8C-407C-8846-676CC8587714}" sibTransId="{0FADDF13-A4B5-49C1-A313-82C196A7A8CC}"/>
    <dgm:cxn modelId="{CE7BB430-FD90-4FAC-B443-F776E5F64156}" type="presOf" srcId="{2EDA2446-454C-492A-AD88-6E0463501186}" destId="{DFE8A210-DCD1-4632-A9DC-34CFC0A1600D}" srcOrd="0" destOrd="0" presId="urn:microsoft.com/office/officeart/2005/8/layout/radial4"/>
    <dgm:cxn modelId="{7476DD5C-CD26-4E9B-8BAC-8A44671BB91C}" type="presOf" srcId="{2C5D9F06-C386-4B91-9EF3-CC0687C11AB2}" destId="{0E2A9CCB-78BF-4D03-BB41-C260AECF9B0E}" srcOrd="0" destOrd="0" presId="urn:microsoft.com/office/officeart/2005/8/layout/radial4"/>
    <dgm:cxn modelId="{1FABA485-95A9-42D6-9C08-BBC3DD1CCF3F}" type="presOf" srcId="{7FE70230-EF93-4363-ADFF-A4F2BFFC4AE3}" destId="{F18F4943-A477-4200-9679-CE8D7F7B1F5B}" srcOrd="0" destOrd="0" presId="urn:microsoft.com/office/officeart/2005/8/layout/radial4"/>
    <dgm:cxn modelId="{3902C98B-BC13-47A0-BED6-E733017A26B9}" srcId="{56FF03DE-8B58-4DF0-8FA8-5EFDF17DC0FA}" destId="{2EDA2446-454C-492A-AD88-6E0463501186}" srcOrd="1" destOrd="0" parTransId="{255D360A-899F-433A-8A50-99A71DF3B151}" sibTransId="{80FD47F3-2540-44C8-A8BB-8CC0A6010F15}"/>
    <dgm:cxn modelId="{BF856098-ED4A-4A28-9318-874FC6473FBB}" type="presOf" srcId="{859E7FBC-92E1-4C9F-B1CD-03545F5EF1C5}" destId="{833DF7EC-BBB5-4FE6-92BB-096CA26F2C6C}" srcOrd="0" destOrd="0" presId="urn:microsoft.com/office/officeart/2005/8/layout/radial4"/>
    <dgm:cxn modelId="{0C5C54AE-8140-4434-9F94-8249D4CD6F97}" srcId="{859E7FBC-92E1-4C9F-B1CD-03545F5EF1C5}" destId="{56FF03DE-8B58-4DF0-8FA8-5EFDF17DC0FA}" srcOrd="0" destOrd="0" parTransId="{AB0D5408-A6B8-4E16-9079-14AA46EBA7BB}" sibTransId="{DD649DF8-E537-4DCB-ADF5-A2B8CAA07371}"/>
    <dgm:cxn modelId="{477FF4BC-ACB8-4C26-9CE7-FD2263FD07A7}" srcId="{56FF03DE-8B58-4DF0-8FA8-5EFDF17DC0FA}" destId="{7FE70230-EF93-4363-ADFF-A4F2BFFC4AE3}" srcOrd="2" destOrd="0" parTransId="{DAAC9911-280D-4B8A-BCCE-EB7A8FB4C83E}" sibTransId="{03B5F3E5-FE75-4B03-863A-E8D4011114A7}"/>
    <dgm:cxn modelId="{40ACD3C7-84C6-440F-BC2C-34DF685FA5B5}" type="presOf" srcId="{DAAC9911-280D-4B8A-BCCE-EB7A8FB4C83E}" destId="{6CAD8277-E614-41D6-B4CB-B987CCDE3D73}" srcOrd="0" destOrd="0" presId="urn:microsoft.com/office/officeart/2005/8/layout/radial4"/>
    <dgm:cxn modelId="{D59676D2-ECE4-4A32-A646-2614F1E80A33}" type="presOf" srcId="{56FF03DE-8B58-4DF0-8FA8-5EFDF17DC0FA}" destId="{39613E5E-9E73-467C-A17C-A6DF95E9696C}" srcOrd="0" destOrd="0" presId="urn:microsoft.com/office/officeart/2005/8/layout/radial4"/>
    <dgm:cxn modelId="{69B9F3E4-AB97-4D26-82D1-17F22D2DD58C}" type="presOf" srcId="{DFFF4B8A-4B8C-407C-8846-676CC8587714}" destId="{3976F3E1-4E0B-4C7C-B9F8-6EAED6B525E1}" srcOrd="0" destOrd="0" presId="urn:microsoft.com/office/officeart/2005/8/layout/radial4"/>
    <dgm:cxn modelId="{275B419B-E05D-4533-BC20-6D02DFF89630}" type="presParOf" srcId="{833DF7EC-BBB5-4FE6-92BB-096CA26F2C6C}" destId="{39613E5E-9E73-467C-A17C-A6DF95E9696C}" srcOrd="0" destOrd="0" presId="urn:microsoft.com/office/officeart/2005/8/layout/radial4"/>
    <dgm:cxn modelId="{5EC9F1D9-A056-4DF0-BD6A-DFF64F23DF59}" type="presParOf" srcId="{833DF7EC-BBB5-4FE6-92BB-096CA26F2C6C}" destId="{3976F3E1-4E0B-4C7C-B9F8-6EAED6B525E1}" srcOrd="1" destOrd="0" presId="urn:microsoft.com/office/officeart/2005/8/layout/radial4"/>
    <dgm:cxn modelId="{7D29D105-CA60-41D6-97CD-1019C2547D8F}" type="presParOf" srcId="{833DF7EC-BBB5-4FE6-92BB-096CA26F2C6C}" destId="{0E2A9CCB-78BF-4D03-BB41-C260AECF9B0E}" srcOrd="2" destOrd="0" presId="urn:microsoft.com/office/officeart/2005/8/layout/radial4"/>
    <dgm:cxn modelId="{BA5EDB00-8D83-4426-ACC4-6E43AAAC878B}" type="presParOf" srcId="{833DF7EC-BBB5-4FE6-92BB-096CA26F2C6C}" destId="{D96C2092-E387-4E56-BD52-B9A06CE94BD0}" srcOrd="3" destOrd="0" presId="urn:microsoft.com/office/officeart/2005/8/layout/radial4"/>
    <dgm:cxn modelId="{6738AA90-B43B-439F-B137-DA71468F8BA1}" type="presParOf" srcId="{833DF7EC-BBB5-4FE6-92BB-096CA26F2C6C}" destId="{DFE8A210-DCD1-4632-A9DC-34CFC0A1600D}" srcOrd="4" destOrd="0" presId="urn:microsoft.com/office/officeart/2005/8/layout/radial4"/>
    <dgm:cxn modelId="{B74B0072-9276-4092-B45F-5F76264CE7C5}" type="presParOf" srcId="{833DF7EC-BBB5-4FE6-92BB-096CA26F2C6C}" destId="{6CAD8277-E614-41D6-B4CB-B987CCDE3D73}" srcOrd="5" destOrd="0" presId="urn:microsoft.com/office/officeart/2005/8/layout/radial4"/>
    <dgm:cxn modelId="{5AA824B6-224C-4D6A-9E0C-8A5CFA5DAEB4}" type="presParOf" srcId="{833DF7EC-BBB5-4FE6-92BB-096CA26F2C6C}" destId="{F18F4943-A477-4200-9679-CE8D7F7B1F5B}" srcOrd="6" destOrd="0" presId="urn:microsoft.com/office/officeart/2005/8/layout/radial4"/>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5270D77-A06C-4144-8F04-65934683819E}" type="doc">
      <dgm:prSet loTypeId="urn:microsoft.com/office/officeart/2005/8/layout/equation2" loCatId="process" qsTypeId="urn:microsoft.com/office/officeart/2005/8/quickstyle/simple1" qsCatId="simple" csTypeId="urn:microsoft.com/office/officeart/2005/8/colors/accent1_2" csCatId="accent1" phldr="1"/>
      <dgm:spPr/>
    </dgm:pt>
    <dgm:pt modelId="{E63109E2-64EE-4304-B8BF-882E06F11A8B}">
      <dgm:prSet phldrT="[Text]" custT="1"/>
      <dgm:spPr/>
      <dgm:t>
        <a:bodyPr/>
        <a:lstStyle/>
        <a:p>
          <a:r>
            <a:rPr lang="en-IN" sz="1800" dirty="0">
              <a:latin typeface="Century Schoolbook" panose="02040604050505020304" pitchFamily="18" charset="0"/>
            </a:rPr>
            <a:t>Sending Notification to staff</a:t>
          </a:r>
        </a:p>
      </dgm:t>
    </dgm:pt>
    <dgm:pt modelId="{697F8AFA-8B48-40AA-9EC4-4709758D3C9E}" type="parTrans" cxnId="{A1B87BD1-02CF-40B4-B379-BF8E2786350A}">
      <dgm:prSet/>
      <dgm:spPr/>
      <dgm:t>
        <a:bodyPr/>
        <a:lstStyle/>
        <a:p>
          <a:endParaRPr lang="en-IN" sz="1800">
            <a:latin typeface="Century Schoolbook" panose="02040604050505020304" pitchFamily="18" charset="0"/>
          </a:endParaRPr>
        </a:p>
      </dgm:t>
    </dgm:pt>
    <dgm:pt modelId="{B6680C59-64B7-44B0-B8E1-6C997E37BF15}" type="sibTrans" cxnId="{A1B87BD1-02CF-40B4-B379-BF8E2786350A}">
      <dgm:prSet/>
      <dgm:spPr/>
      <dgm:t>
        <a:bodyPr/>
        <a:lstStyle/>
        <a:p>
          <a:endParaRPr lang="en-IN" sz="1800">
            <a:latin typeface="Century Schoolbook" panose="02040604050505020304" pitchFamily="18" charset="0"/>
          </a:endParaRPr>
        </a:p>
      </dgm:t>
    </dgm:pt>
    <dgm:pt modelId="{E7CED554-6265-479A-BBF6-CB935B568827}" type="pres">
      <dgm:prSet presAssocID="{05270D77-A06C-4144-8F04-65934683819E}" presName="Name0" presStyleCnt="0">
        <dgm:presLayoutVars>
          <dgm:dir/>
          <dgm:resizeHandles val="exact"/>
        </dgm:presLayoutVars>
      </dgm:prSet>
      <dgm:spPr/>
    </dgm:pt>
    <dgm:pt modelId="{EC1E32B6-5F78-456E-857F-E7A78E43D3AB}" type="pres">
      <dgm:prSet presAssocID="{05270D77-A06C-4144-8F04-65934683819E}" presName="vNodes" presStyleCnt="0"/>
      <dgm:spPr/>
    </dgm:pt>
    <dgm:pt modelId="{A65D3AA5-A5BD-4DE1-9257-7385B0855CE9}" type="pres">
      <dgm:prSet presAssocID="{05270D77-A06C-4144-8F04-65934683819E}" presName="lastNode" presStyleLbl="node1" presStyleIdx="0" presStyleCnt="1" custLinFactNeighborX="-1310" custLinFactNeighborY="-17262">
        <dgm:presLayoutVars>
          <dgm:bulletEnabled val="1"/>
        </dgm:presLayoutVars>
      </dgm:prSet>
      <dgm:spPr/>
    </dgm:pt>
  </dgm:ptLst>
  <dgm:cxnLst>
    <dgm:cxn modelId="{99393102-73B8-4284-A6FD-EE8C80AC3D09}" type="presOf" srcId="{05270D77-A06C-4144-8F04-65934683819E}" destId="{E7CED554-6265-479A-BBF6-CB935B568827}" srcOrd="0" destOrd="0" presId="urn:microsoft.com/office/officeart/2005/8/layout/equation2"/>
    <dgm:cxn modelId="{CF267491-DC13-4C96-8DD0-2485945C12B2}" type="presOf" srcId="{E63109E2-64EE-4304-B8BF-882E06F11A8B}" destId="{A65D3AA5-A5BD-4DE1-9257-7385B0855CE9}" srcOrd="0" destOrd="0" presId="urn:microsoft.com/office/officeart/2005/8/layout/equation2"/>
    <dgm:cxn modelId="{A1B87BD1-02CF-40B4-B379-BF8E2786350A}" srcId="{05270D77-A06C-4144-8F04-65934683819E}" destId="{E63109E2-64EE-4304-B8BF-882E06F11A8B}" srcOrd="0" destOrd="0" parTransId="{697F8AFA-8B48-40AA-9EC4-4709758D3C9E}" sibTransId="{B6680C59-64B7-44B0-B8E1-6C997E37BF15}"/>
    <dgm:cxn modelId="{EA9C85B1-D57B-44FD-A321-762994E83D69}" type="presParOf" srcId="{E7CED554-6265-479A-BBF6-CB935B568827}" destId="{EC1E32B6-5F78-456E-857F-E7A78E43D3AB}" srcOrd="0" destOrd="0" presId="urn:microsoft.com/office/officeart/2005/8/layout/equation2"/>
    <dgm:cxn modelId="{1BAA547C-EE2B-4568-84F4-B5DAAA3F2EFF}" type="presParOf" srcId="{E7CED554-6265-479A-BBF6-CB935B568827}" destId="{A65D3AA5-A5BD-4DE1-9257-7385B0855CE9}" srcOrd="1" destOrd="0" presId="urn:microsoft.com/office/officeart/2005/8/layout/equation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5270D77-A06C-4144-8F04-65934683819E}" type="doc">
      <dgm:prSet loTypeId="urn:microsoft.com/office/officeart/2005/8/layout/equation2" loCatId="process" qsTypeId="urn:microsoft.com/office/officeart/2005/8/quickstyle/simple1" qsCatId="simple" csTypeId="urn:microsoft.com/office/officeart/2005/8/colors/accent1_2" csCatId="accent1" phldr="1"/>
      <dgm:spPr/>
    </dgm:pt>
    <dgm:pt modelId="{E63109E2-64EE-4304-B8BF-882E06F11A8B}">
      <dgm:prSet phldrT="[Text]"/>
      <dgm:spPr/>
      <dgm:t>
        <a:bodyPr/>
        <a:lstStyle/>
        <a:p>
          <a:r>
            <a:rPr lang="en-IN" dirty="0">
              <a:latin typeface="Century Schoolbook" panose="02040604050505020304" pitchFamily="18" charset="0"/>
            </a:rPr>
            <a:t>Website updating</a:t>
          </a:r>
        </a:p>
      </dgm:t>
    </dgm:pt>
    <dgm:pt modelId="{697F8AFA-8B48-40AA-9EC4-4709758D3C9E}" type="parTrans" cxnId="{A1B87BD1-02CF-40B4-B379-BF8E2786350A}">
      <dgm:prSet/>
      <dgm:spPr/>
      <dgm:t>
        <a:bodyPr/>
        <a:lstStyle/>
        <a:p>
          <a:endParaRPr lang="en-IN">
            <a:latin typeface="Century Schoolbook" panose="02040604050505020304" pitchFamily="18" charset="0"/>
          </a:endParaRPr>
        </a:p>
      </dgm:t>
    </dgm:pt>
    <dgm:pt modelId="{B6680C59-64B7-44B0-B8E1-6C997E37BF15}" type="sibTrans" cxnId="{A1B87BD1-02CF-40B4-B379-BF8E2786350A}">
      <dgm:prSet/>
      <dgm:spPr/>
      <dgm:t>
        <a:bodyPr/>
        <a:lstStyle/>
        <a:p>
          <a:endParaRPr lang="en-IN">
            <a:latin typeface="Century Schoolbook" panose="02040604050505020304" pitchFamily="18" charset="0"/>
          </a:endParaRPr>
        </a:p>
      </dgm:t>
    </dgm:pt>
    <dgm:pt modelId="{E7CED554-6265-479A-BBF6-CB935B568827}" type="pres">
      <dgm:prSet presAssocID="{05270D77-A06C-4144-8F04-65934683819E}" presName="Name0" presStyleCnt="0">
        <dgm:presLayoutVars>
          <dgm:dir/>
          <dgm:resizeHandles val="exact"/>
        </dgm:presLayoutVars>
      </dgm:prSet>
      <dgm:spPr/>
    </dgm:pt>
    <dgm:pt modelId="{EC1E32B6-5F78-456E-857F-E7A78E43D3AB}" type="pres">
      <dgm:prSet presAssocID="{05270D77-A06C-4144-8F04-65934683819E}" presName="vNodes" presStyleCnt="0"/>
      <dgm:spPr/>
    </dgm:pt>
    <dgm:pt modelId="{A65D3AA5-A5BD-4DE1-9257-7385B0855CE9}" type="pres">
      <dgm:prSet presAssocID="{05270D77-A06C-4144-8F04-65934683819E}" presName="lastNode" presStyleLbl="node1" presStyleIdx="0" presStyleCnt="1" custLinFactNeighborX="1790" custLinFactNeighborY="36">
        <dgm:presLayoutVars>
          <dgm:bulletEnabled val="1"/>
        </dgm:presLayoutVars>
      </dgm:prSet>
      <dgm:spPr/>
    </dgm:pt>
  </dgm:ptLst>
  <dgm:cxnLst>
    <dgm:cxn modelId="{99393102-73B8-4284-A6FD-EE8C80AC3D09}" type="presOf" srcId="{05270D77-A06C-4144-8F04-65934683819E}" destId="{E7CED554-6265-479A-BBF6-CB935B568827}" srcOrd="0" destOrd="0" presId="urn:microsoft.com/office/officeart/2005/8/layout/equation2"/>
    <dgm:cxn modelId="{CF267491-DC13-4C96-8DD0-2485945C12B2}" type="presOf" srcId="{E63109E2-64EE-4304-B8BF-882E06F11A8B}" destId="{A65D3AA5-A5BD-4DE1-9257-7385B0855CE9}" srcOrd="0" destOrd="0" presId="urn:microsoft.com/office/officeart/2005/8/layout/equation2"/>
    <dgm:cxn modelId="{A1B87BD1-02CF-40B4-B379-BF8E2786350A}" srcId="{05270D77-A06C-4144-8F04-65934683819E}" destId="{E63109E2-64EE-4304-B8BF-882E06F11A8B}" srcOrd="0" destOrd="0" parTransId="{697F8AFA-8B48-40AA-9EC4-4709758D3C9E}" sibTransId="{B6680C59-64B7-44B0-B8E1-6C997E37BF15}"/>
    <dgm:cxn modelId="{EA9C85B1-D57B-44FD-A321-762994E83D69}" type="presParOf" srcId="{E7CED554-6265-479A-BBF6-CB935B568827}" destId="{EC1E32B6-5F78-456E-857F-E7A78E43D3AB}" srcOrd="0" destOrd="0" presId="urn:microsoft.com/office/officeart/2005/8/layout/equation2"/>
    <dgm:cxn modelId="{1BAA547C-EE2B-4568-84F4-B5DAAA3F2EFF}" type="presParOf" srcId="{E7CED554-6265-479A-BBF6-CB935B568827}" destId="{A65D3AA5-A5BD-4DE1-9257-7385B0855CE9}" srcOrd="1" destOrd="0" presId="urn:microsoft.com/office/officeart/2005/8/layout/equation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865619-1583-4179-8D27-A04D32AA8502}">
      <dsp:nvSpPr>
        <dsp:cNvPr id="0" name=""/>
        <dsp:cNvSpPr/>
      </dsp:nvSpPr>
      <dsp:spPr>
        <a:xfrm>
          <a:off x="2105403" y="2443152"/>
          <a:ext cx="1941969" cy="194196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kern="1200" dirty="0">
              <a:latin typeface="Century Schoolbook" panose="02040604050505020304" pitchFamily="18" charset="0"/>
            </a:rPr>
            <a:t>ESP-32</a:t>
          </a:r>
        </a:p>
      </dsp:txBody>
      <dsp:txXfrm>
        <a:off x="2389798" y="2727547"/>
        <a:ext cx="1373179" cy="1373179"/>
      </dsp:txXfrm>
    </dsp:sp>
    <dsp:sp modelId="{AE5A4E52-D5F2-4F12-A1FE-938C2CC42BC5}">
      <dsp:nvSpPr>
        <dsp:cNvPr id="0" name=""/>
        <dsp:cNvSpPr/>
      </dsp:nvSpPr>
      <dsp:spPr>
        <a:xfrm rot="12900000">
          <a:off x="783624" y="2079646"/>
          <a:ext cx="1564248" cy="55346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B57F5FE-3BC8-4D02-AB6A-1D83225DA778}">
      <dsp:nvSpPr>
        <dsp:cNvPr id="0" name=""/>
        <dsp:cNvSpPr/>
      </dsp:nvSpPr>
      <dsp:spPr>
        <a:xfrm>
          <a:off x="2634" y="1169820"/>
          <a:ext cx="1844871" cy="147589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Century Schoolbook" panose="02040604050505020304" pitchFamily="18" charset="0"/>
            </a:rPr>
            <a:t>Ultrasonic sensor</a:t>
          </a:r>
        </a:p>
      </dsp:txBody>
      <dsp:txXfrm>
        <a:off x="45862" y="1213048"/>
        <a:ext cx="1758415" cy="1389441"/>
      </dsp:txXfrm>
    </dsp:sp>
    <dsp:sp modelId="{484407D9-E8CC-46EE-95F3-9203ECAEF692}">
      <dsp:nvSpPr>
        <dsp:cNvPr id="0" name=""/>
        <dsp:cNvSpPr/>
      </dsp:nvSpPr>
      <dsp:spPr>
        <a:xfrm rot="16200000">
          <a:off x="2294263" y="1293257"/>
          <a:ext cx="1564248" cy="55346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B73CB8E-0FF7-4B2F-9FA6-DC74B60149B2}">
      <dsp:nvSpPr>
        <dsp:cNvPr id="0" name=""/>
        <dsp:cNvSpPr/>
      </dsp:nvSpPr>
      <dsp:spPr>
        <a:xfrm>
          <a:off x="2153952" y="49915"/>
          <a:ext cx="1844871" cy="1475897"/>
        </a:xfrm>
        <a:prstGeom prst="roundRect">
          <a:avLst>
            <a:gd name="adj" fmla="val 10000"/>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IN" sz="2400" kern="1200" dirty="0">
              <a:solidFill>
                <a:prstClr val="white"/>
              </a:solidFill>
              <a:latin typeface="Century Schoolbook" panose="02040604050505020304" pitchFamily="18" charset="0"/>
              <a:ea typeface="+mn-ea"/>
              <a:cs typeface="+mn-cs"/>
            </a:rPr>
            <a:t>MQ-135</a:t>
          </a:r>
        </a:p>
      </dsp:txBody>
      <dsp:txXfrm>
        <a:off x="2197180" y="93143"/>
        <a:ext cx="1758415" cy="1389441"/>
      </dsp:txXfrm>
    </dsp:sp>
    <dsp:sp modelId="{B091D215-C4D3-498A-A916-37A4BB7B1273}">
      <dsp:nvSpPr>
        <dsp:cNvPr id="0" name=""/>
        <dsp:cNvSpPr/>
      </dsp:nvSpPr>
      <dsp:spPr>
        <a:xfrm rot="19519656">
          <a:off x="3812497" y="2100492"/>
          <a:ext cx="1525854" cy="55346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7201FD3-A245-4E60-9B1A-2AA1FC6DF1CD}">
      <dsp:nvSpPr>
        <dsp:cNvPr id="0" name=""/>
        <dsp:cNvSpPr/>
      </dsp:nvSpPr>
      <dsp:spPr>
        <a:xfrm>
          <a:off x="4280434" y="1205258"/>
          <a:ext cx="1844871" cy="1475897"/>
        </a:xfrm>
        <a:prstGeom prst="roundRect">
          <a:avLst>
            <a:gd name="adj" fmla="val 10000"/>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244600">
            <a:lnSpc>
              <a:spcPct val="90000"/>
            </a:lnSpc>
            <a:spcBef>
              <a:spcPct val="0"/>
            </a:spcBef>
            <a:spcAft>
              <a:spcPct val="35000"/>
            </a:spcAft>
            <a:buNone/>
          </a:pPr>
          <a:r>
            <a:rPr lang="en-IN" sz="2800" kern="1200" dirty="0">
              <a:latin typeface="Century Schoolbook" panose="02040604050505020304" pitchFamily="18" charset="0"/>
            </a:rPr>
            <a:t>IR proximity sensor</a:t>
          </a:r>
        </a:p>
      </dsp:txBody>
      <dsp:txXfrm>
        <a:off x="4323662" y="1248486"/>
        <a:ext cx="1758415" cy="13894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34267B-38CF-4ED7-8B61-3605C02840AF}">
      <dsp:nvSpPr>
        <dsp:cNvPr id="0" name=""/>
        <dsp:cNvSpPr/>
      </dsp:nvSpPr>
      <dsp:spPr>
        <a:xfrm>
          <a:off x="1029" y="1241882"/>
          <a:ext cx="2671643" cy="1075222"/>
        </a:xfrm>
        <a:prstGeom prst="homePlate">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IN" sz="2400" kern="1200" dirty="0">
              <a:solidFill>
                <a:prstClr val="white"/>
              </a:solidFill>
              <a:latin typeface="Century Schoolbook" panose="02040604050505020304" pitchFamily="18" charset="0"/>
              <a:ea typeface="+mn-ea"/>
              <a:cs typeface="+mn-cs"/>
            </a:rPr>
            <a:t>DC power supply</a:t>
          </a:r>
        </a:p>
      </dsp:txBody>
      <dsp:txXfrm>
        <a:off x="1029" y="1241882"/>
        <a:ext cx="2402838" cy="1075222"/>
      </dsp:txXfrm>
    </dsp:sp>
    <dsp:sp modelId="{CD5A2381-6D39-45F7-8A5F-F9A97C33666F}">
      <dsp:nvSpPr>
        <dsp:cNvPr id="0" name=""/>
        <dsp:cNvSpPr/>
      </dsp:nvSpPr>
      <dsp:spPr>
        <a:xfrm>
          <a:off x="2129186" y="1236007"/>
          <a:ext cx="2812324" cy="1086972"/>
        </a:xfrm>
        <a:prstGeom prst="chevron">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IN" sz="2400" kern="1200" dirty="0">
              <a:solidFill>
                <a:prstClr val="white"/>
              </a:solidFill>
              <a:latin typeface="Century Schoolbook" panose="02040604050505020304" pitchFamily="18" charset="0"/>
              <a:ea typeface="+mn-ea"/>
              <a:cs typeface="+mn-cs"/>
            </a:rPr>
            <a:t>FTDI</a:t>
          </a:r>
          <a:r>
            <a:rPr lang="en-IN" sz="5600" kern="1200" dirty="0"/>
            <a:t> </a:t>
          </a:r>
        </a:p>
      </dsp:txBody>
      <dsp:txXfrm>
        <a:off x="2672672" y="1236007"/>
        <a:ext cx="1725352" cy="10869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053A3C-7FB5-4994-9AF5-28D6430826CC}">
      <dsp:nvSpPr>
        <dsp:cNvPr id="0" name=""/>
        <dsp:cNvSpPr/>
      </dsp:nvSpPr>
      <dsp:spPr>
        <a:xfrm>
          <a:off x="0" y="82946"/>
          <a:ext cx="3130720" cy="985073"/>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Century Schoolbook" panose="02040604050505020304" pitchFamily="18" charset="0"/>
            </a:rPr>
            <a:t>Website</a:t>
          </a:r>
        </a:p>
      </dsp:txBody>
      <dsp:txXfrm>
        <a:off x="492537" y="82946"/>
        <a:ext cx="2145647" cy="9850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865619-1583-4179-8D27-A04D32AA8502}">
      <dsp:nvSpPr>
        <dsp:cNvPr id="0" name=""/>
        <dsp:cNvSpPr/>
      </dsp:nvSpPr>
      <dsp:spPr>
        <a:xfrm>
          <a:off x="2105403" y="2443152"/>
          <a:ext cx="1941969" cy="194196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kern="1200" dirty="0">
              <a:latin typeface="Century Schoolbook" panose="02040604050505020304" pitchFamily="18" charset="0"/>
            </a:rPr>
            <a:t>ESP-32</a:t>
          </a:r>
        </a:p>
      </dsp:txBody>
      <dsp:txXfrm>
        <a:off x="2389798" y="2727547"/>
        <a:ext cx="1373179" cy="1373179"/>
      </dsp:txXfrm>
    </dsp:sp>
    <dsp:sp modelId="{AE5A4E52-D5F2-4F12-A1FE-938C2CC42BC5}">
      <dsp:nvSpPr>
        <dsp:cNvPr id="0" name=""/>
        <dsp:cNvSpPr/>
      </dsp:nvSpPr>
      <dsp:spPr>
        <a:xfrm rot="12900000">
          <a:off x="783624" y="2079646"/>
          <a:ext cx="1564248" cy="55346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B57F5FE-3BC8-4D02-AB6A-1D83225DA778}">
      <dsp:nvSpPr>
        <dsp:cNvPr id="0" name=""/>
        <dsp:cNvSpPr/>
      </dsp:nvSpPr>
      <dsp:spPr>
        <a:xfrm>
          <a:off x="2634" y="1169820"/>
          <a:ext cx="1844871" cy="147589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Century Schoolbook" panose="02040604050505020304" pitchFamily="18" charset="0"/>
            </a:rPr>
            <a:t>Ultrasonic sensor</a:t>
          </a:r>
        </a:p>
      </dsp:txBody>
      <dsp:txXfrm>
        <a:off x="45862" y="1213048"/>
        <a:ext cx="1758415" cy="1389441"/>
      </dsp:txXfrm>
    </dsp:sp>
    <dsp:sp modelId="{484407D9-E8CC-46EE-95F3-9203ECAEF692}">
      <dsp:nvSpPr>
        <dsp:cNvPr id="0" name=""/>
        <dsp:cNvSpPr/>
      </dsp:nvSpPr>
      <dsp:spPr>
        <a:xfrm rot="16200000">
          <a:off x="2294263" y="1293257"/>
          <a:ext cx="1564248" cy="55346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B73CB8E-0FF7-4B2F-9FA6-DC74B60149B2}">
      <dsp:nvSpPr>
        <dsp:cNvPr id="0" name=""/>
        <dsp:cNvSpPr/>
      </dsp:nvSpPr>
      <dsp:spPr>
        <a:xfrm>
          <a:off x="2153952" y="49915"/>
          <a:ext cx="1844871" cy="1475897"/>
        </a:xfrm>
        <a:prstGeom prst="roundRect">
          <a:avLst>
            <a:gd name="adj" fmla="val 10000"/>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IN" sz="2400" kern="1200" dirty="0">
              <a:solidFill>
                <a:prstClr val="white"/>
              </a:solidFill>
              <a:latin typeface="Century Schoolbook" panose="02040604050505020304" pitchFamily="18" charset="0"/>
              <a:ea typeface="+mn-ea"/>
              <a:cs typeface="+mn-cs"/>
            </a:rPr>
            <a:t>MQ-2 sensor</a:t>
          </a:r>
        </a:p>
      </dsp:txBody>
      <dsp:txXfrm>
        <a:off x="2197180" y="93143"/>
        <a:ext cx="1758415" cy="1389441"/>
      </dsp:txXfrm>
    </dsp:sp>
    <dsp:sp modelId="{B091D215-C4D3-498A-A916-37A4BB7B1273}">
      <dsp:nvSpPr>
        <dsp:cNvPr id="0" name=""/>
        <dsp:cNvSpPr/>
      </dsp:nvSpPr>
      <dsp:spPr>
        <a:xfrm rot="19519656">
          <a:off x="3812497" y="2100492"/>
          <a:ext cx="1525854" cy="55346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7201FD3-A245-4E60-9B1A-2AA1FC6DF1CD}">
      <dsp:nvSpPr>
        <dsp:cNvPr id="0" name=""/>
        <dsp:cNvSpPr/>
      </dsp:nvSpPr>
      <dsp:spPr>
        <a:xfrm>
          <a:off x="4280434" y="1205258"/>
          <a:ext cx="1844871" cy="1475897"/>
        </a:xfrm>
        <a:prstGeom prst="roundRect">
          <a:avLst>
            <a:gd name="adj" fmla="val 10000"/>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244600">
            <a:lnSpc>
              <a:spcPct val="90000"/>
            </a:lnSpc>
            <a:spcBef>
              <a:spcPct val="0"/>
            </a:spcBef>
            <a:spcAft>
              <a:spcPct val="35000"/>
            </a:spcAft>
            <a:buNone/>
          </a:pPr>
          <a:r>
            <a:rPr lang="en-IN" sz="2800" kern="1200" dirty="0">
              <a:latin typeface="Century Schoolbook" panose="02040604050505020304" pitchFamily="18" charset="0"/>
            </a:rPr>
            <a:t>Water level sensor</a:t>
          </a:r>
        </a:p>
      </dsp:txBody>
      <dsp:txXfrm>
        <a:off x="4323662" y="1248486"/>
        <a:ext cx="1758415" cy="138944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34267B-38CF-4ED7-8B61-3605C02840AF}">
      <dsp:nvSpPr>
        <dsp:cNvPr id="0" name=""/>
        <dsp:cNvSpPr/>
      </dsp:nvSpPr>
      <dsp:spPr>
        <a:xfrm>
          <a:off x="1029" y="1241882"/>
          <a:ext cx="2671643" cy="1075222"/>
        </a:xfrm>
        <a:prstGeom prst="homePlate">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IN" sz="2400" kern="1200" dirty="0">
              <a:solidFill>
                <a:prstClr val="white"/>
              </a:solidFill>
              <a:latin typeface="Century Schoolbook" panose="02040604050505020304" pitchFamily="18" charset="0"/>
              <a:ea typeface="+mn-ea"/>
              <a:cs typeface="+mn-cs"/>
            </a:rPr>
            <a:t>DC power supply</a:t>
          </a:r>
        </a:p>
      </dsp:txBody>
      <dsp:txXfrm>
        <a:off x="1029" y="1241882"/>
        <a:ext cx="2402838" cy="1075222"/>
      </dsp:txXfrm>
    </dsp:sp>
    <dsp:sp modelId="{CD5A2381-6D39-45F7-8A5F-F9A97C33666F}">
      <dsp:nvSpPr>
        <dsp:cNvPr id="0" name=""/>
        <dsp:cNvSpPr/>
      </dsp:nvSpPr>
      <dsp:spPr>
        <a:xfrm>
          <a:off x="2129186" y="1236007"/>
          <a:ext cx="2812324" cy="1086972"/>
        </a:xfrm>
        <a:prstGeom prst="chevron">
          <a:avLst/>
        </a:prstGeom>
        <a:solidFill>
          <a:srgbClr val="4472C4">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IN" sz="2400" kern="1200" dirty="0">
              <a:solidFill>
                <a:prstClr val="white"/>
              </a:solidFill>
              <a:latin typeface="Century Schoolbook" panose="02040604050505020304" pitchFamily="18" charset="0"/>
              <a:ea typeface="+mn-ea"/>
              <a:cs typeface="+mn-cs"/>
            </a:rPr>
            <a:t>FTDI</a:t>
          </a:r>
          <a:r>
            <a:rPr lang="en-IN" sz="5600" kern="1200" dirty="0"/>
            <a:t> </a:t>
          </a:r>
        </a:p>
      </dsp:txBody>
      <dsp:txXfrm>
        <a:off x="2672672" y="1236007"/>
        <a:ext cx="1725352" cy="108697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053A3C-7FB5-4994-9AF5-28D6430826CC}">
      <dsp:nvSpPr>
        <dsp:cNvPr id="0" name=""/>
        <dsp:cNvSpPr/>
      </dsp:nvSpPr>
      <dsp:spPr>
        <a:xfrm>
          <a:off x="0" y="82946"/>
          <a:ext cx="3130720" cy="985073"/>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Century Schoolbook" panose="02040604050505020304" pitchFamily="18" charset="0"/>
            </a:rPr>
            <a:t>Website</a:t>
          </a:r>
        </a:p>
      </dsp:txBody>
      <dsp:txXfrm>
        <a:off x="492537" y="82946"/>
        <a:ext cx="2145647" cy="98507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5D3AA5-A5BD-4DE1-9257-7385B0855CE9}">
      <dsp:nvSpPr>
        <dsp:cNvPr id="0" name=""/>
        <dsp:cNvSpPr/>
      </dsp:nvSpPr>
      <dsp:spPr>
        <a:xfrm>
          <a:off x="0" y="0"/>
          <a:ext cx="1526538" cy="152653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Century Schoolbook" panose="02040604050505020304" pitchFamily="18" charset="0"/>
            </a:rPr>
            <a:t>Data analysis</a:t>
          </a:r>
        </a:p>
      </dsp:txBody>
      <dsp:txXfrm>
        <a:off x="223556" y="223556"/>
        <a:ext cx="1079426" cy="107942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3E074F-B8AA-47C8-BF80-C5DA69975AC6}">
      <dsp:nvSpPr>
        <dsp:cNvPr id="0" name=""/>
        <dsp:cNvSpPr/>
      </dsp:nvSpPr>
      <dsp:spPr>
        <a:xfrm>
          <a:off x="1636627" y="1397117"/>
          <a:ext cx="1172120" cy="11721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kern="1200" dirty="0">
              <a:latin typeface="Century Schoolbook" panose="02040604050505020304" pitchFamily="18" charset="0"/>
            </a:rPr>
            <a:t>Collecting all data to ESP-32</a:t>
          </a:r>
        </a:p>
      </dsp:txBody>
      <dsp:txXfrm>
        <a:off x="1808280" y="1568770"/>
        <a:ext cx="828814" cy="828814"/>
      </dsp:txXfrm>
    </dsp:sp>
    <dsp:sp modelId="{DBF5D9D3-55D0-49F6-B800-F197CCDF18F0}">
      <dsp:nvSpPr>
        <dsp:cNvPr id="0" name=""/>
        <dsp:cNvSpPr/>
      </dsp:nvSpPr>
      <dsp:spPr>
        <a:xfrm rot="12900000">
          <a:off x="882176" y="1192209"/>
          <a:ext cx="898864" cy="33405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5E9AE76-7490-42C3-8C27-FF909D9FB615}">
      <dsp:nvSpPr>
        <dsp:cNvPr id="0" name=""/>
        <dsp:cNvSpPr/>
      </dsp:nvSpPr>
      <dsp:spPr>
        <a:xfrm>
          <a:off x="406697" y="656047"/>
          <a:ext cx="1113514" cy="8908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Century Schoolbook" panose="02040604050505020304" pitchFamily="18" charset="0"/>
            </a:rPr>
            <a:t>Soap level detection</a:t>
          </a:r>
        </a:p>
      </dsp:txBody>
      <dsp:txXfrm>
        <a:off x="432788" y="682138"/>
        <a:ext cx="1061332" cy="838629"/>
      </dsp:txXfrm>
    </dsp:sp>
    <dsp:sp modelId="{3A84E0AC-C699-4AF1-B804-DCB93E9DB42A}">
      <dsp:nvSpPr>
        <dsp:cNvPr id="0" name=""/>
        <dsp:cNvSpPr/>
      </dsp:nvSpPr>
      <dsp:spPr>
        <a:xfrm rot="16200000">
          <a:off x="1773255" y="728343"/>
          <a:ext cx="898864" cy="33405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5FFD503-A2A1-4981-B2BD-DFBF9DD8CC85}">
      <dsp:nvSpPr>
        <dsp:cNvPr id="0" name=""/>
        <dsp:cNvSpPr/>
      </dsp:nvSpPr>
      <dsp:spPr>
        <a:xfrm>
          <a:off x="1665930" y="532"/>
          <a:ext cx="1113514" cy="8908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Century Schoolbook" panose="02040604050505020304" pitchFamily="18" charset="0"/>
            </a:rPr>
            <a:t>Smoke detection</a:t>
          </a:r>
        </a:p>
      </dsp:txBody>
      <dsp:txXfrm>
        <a:off x="1692021" y="26623"/>
        <a:ext cx="1061332" cy="838629"/>
      </dsp:txXfrm>
    </dsp:sp>
    <dsp:sp modelId="{081EFA7F-8A72-4F15-B895-E2F5C891B15C}">
      <dsp:nvSpPr>
        <dsp:cNvPr id="0" name=""/>
        <dsp:cNvSpPr/>
      </dsp:nvSpPr>
      <dsp:spPr>
        <a:xfrm rot="19500000">
          <a:off x="2664334" y="1192209"/>
          <a:ext cx="898864" cy="33405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16BC0C6-BCED-45E4-A835-B29E9BBAE1BB}">
      <dsp:nvSpPr>
        <dsp:cNvPr id="0" name=""/>
        <dsp:cNvSpPr/>
      </dsp:nvSpPr>
      <dsp:spPr>
        <a:xfrm>
          <a:off x="2925162" y="656047"/>
          <a:ext cx="1113514" cy="8908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Century Schoolbook" panose="02040604050505020304" pitchFamily="18" charset="0"/>
            </a:rPr>
            <a:t>Garbage level detection</a:t>
          </a:r>
        </a:p>
      </dsp:txBody>
      <dsp:txXfrm>
        <a:off x="2951253" y="682138"/>
        <a:ext cx="1061332" cy="83862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613E5E-9E73-467C-A17C-A6DF95E9696C}">
      <dsp:nvSpPr>
        <dsp:cNvPr id="0" name=""/>
        <dsp:cNvSpPr/>
      </dsp:nvSpPr>
      <dsp:spPr>
        <a:xfrm>
          <a:off x="2089023" y="1394383"/>
          <a:ext cx="1170522" cy="11705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scene3d>
          <a:camera prst="orthographicFront">
            <a:rot lat="10800000" lon="0" rev="0"/>
          </a:camera>
          <a:lightRig rig="threePt" dir="t"/>
        </a:scene3d>
        <a:sp3d/>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flatTx/>
        </a:bodyPr>
        <a:lstStyle/>
        <a:p>
          <a:pPr marL="0" lvl="0" indent="0" algn="ctr" defTabSz="577850">
            <a:lnSpc>
              <a:spcPct val="90000"/>
            </a:lnSpc>
            <a:spcBef>
              <a:spcPct val="0"/>
            </a:spcBef>
            <a:spcAft>
              <a:spcPct val="35000"/>
            </a:spcAft>
            <a:buNone/>
          </a:pPr>
          <a:r>
            <a:rPr lang="en-IN" sz="1300" kern="1200" dirty="0">
              <a:latin typeface="Century Schoolbook" panose="02040604050505020304" pitchFamily="18" charset="0"/>
            </a:rPr>
            <a:t>Collecting all data to ESP-32</a:t>
          </a:r>
        </a:p>
      </dsp:txBody>
      <dsp:txXfrm>
        <a:off x="2260442" y="1565802"/>
        <a:ext cx="827684" cy="827684"/>
      </dsp:txXfrm>
    </dsp:sp>
    <dsp:sp modelId="{3976F3E1-4E0B-4C7C-B9F8-6EAED6B525E1}">
      <dsp:nvSpPr>
        <dsp:cNvPr id="0" name=""/>
        <dsp:cNvSpPr/>
      </dsp:nvSpPr>
      <dsp:spPr>
        <a:xfrm rot="12900000">
          <a:off x="1336256" y="1189974"/>
          <a:ext cx="896954" cy="333598"/>
        </a:xfrm>
        <a:prstGeom prst="lef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10800000" lon="0" rev="0"/>
          </a:camera>
          <a:lightRig rig="threePt" dir="t"/>
        </a:scene3d>
        <a:sp3d/>
      </dsp:spPr>
      <dsp:style>
        <a:lnRef idx="0">
          <a:scrgbClr r="0" g="0" b="0"/>
        </a:lnRef>
        <a:fillRef idx="1">
          <a:scrgbClr r="0" g="0" b="0"/>
        </a:fillRef>
        <a:effectRef idx="0">
          <a:scrgbClr r="0" g="0" b="0"/>
        </a:effectRef>
        <a:fontRef idx="minor">
          <a:schemeClr val="lt1"/>
        </a:fontRef>
      </dsp:style>
    </dsp:sp>
    <dsp:sp modelId="{0E2A9CCB-78BF-4D03-BB41-C260AECF9B0E}">
      <dsp:nvSpPr>
        <dsp:cNvPr id="0" name=""/>
        <dsp:cNvSpPr/>
      </dsp:nvSpPr>
      <dsp:spPr>
        <a:xfrm>
          <a:off x="861364" y="654739"/>
          <a:ext cx="1111995" cy="8895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scene3d>
          <a:camera prst="orthographicFront">
            <a:rot lat="10800000" lon="0" rev="0"/>
          </a:camera>
          <a:lightRig rig="threePt" dir="t"/>
        </a:scene3d>
        <a:sp3d/>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flatTx/>
        </a:bodyPr>
        <a:lstStyle/>
        <a:p>
          <a:pPr marL="0" lvl="0" indent="0" algn="ctr" defTabSz="622300">
            <a:lnSpc>
              <a:spcPct val="90000"/>
            </a:lnSpc>
            <a:spcBef>
              <a:spcPct val="0"/>
            </a:spcBef>
            <a:spcAft>
              <a:spcPct val="35000"/>
            </a:spcAft>
            <a:buNone/>
          </a:pPr>
          <a:r>
            <a:rPr lang="en-IN" sz="1400" kern="1200" dirty="0">
              <a:latin typeface="Century Schoolbook" panose="02040604050505020304" pitchFamily="18" charset="0"/>
            </a:rPr>
            <a:t>Ammonia detection</a:t>
          </a:r>
        </a:p>
      </dsp:txBody>
      <dsp:txXfrm>
        <a:off x="887419" y="680794"/>
        <a:ext cx="1059885" cy="837486"/>
      </dsp:txXfrm>
    </dsp:sp>
    <dsp:sp modelId="{D96C2092-E387-4E56-BD52-B9A06CE94BD0}">
      <dsp:nvSpPr>
        <dsp:cNvPr id="0" name=""/>
        <dsp:cNvSpPr/>
      </dsp:nvSpPr>
      <dsp:spPr>
        <a:xfrm rot="16200000">
          <a:off x="2225807" y="726902"/>
          <a:ext cx="896954" cy="333598"/>
        </a:xfrm>
        <a:prstGeom prst="lef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10800000" lon="0" rev="0"/>
          </a:camera>
          <a:lightRig rig="threePt" dir="t"/>
        </a:scene3d>
        <a:sp3d/>
      </dsp:spPr>
      <dsp:style>
        <a:lnRef idx="0">
          <a:scrgbClr r="0" g="0" b="0"/>
        </a:lnRef>
        <a:fillRef idx="1">
          <a:scrgbClr r="0" g="0" b="0"/>
        </a:fillRef>
        <a:effectRef idx="0">
          <a:scrgbClr r="0" g="0" b="0"/>
        </a:effectRef>
        <a:fontRef idx="minor">
          <a:schemeClr val="lt1"/>
        </a:fontRef>
      </dsp:style>
    </dsp:sp>
    <dsp:sp modelId="{DFE8A210-DCD1-4632-A9DC-34CFC0A1600D}">
      <dsp:nvSpPr>
        <dsp:cNvPr id="0" name=""/>
        <dsp:cNvSpPr/>
      </dsp:nvSpPr>
      <dsp:spPr>
        <a:xfrm>
          <a:off x="2118287" y="426"/>
          <a:ext cx="1111995" cy="8895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scene3d>
          <a:camera prst="orthographicFront">
            <a:rot lat="10800000" lon="0" rev="0"/>
          </a:camera>
          <a:lightRig rig="threePt" dir="t"/>
        </a:scene3d>
        <a:sp3d/>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flatTx/>
        </a:bodyPr>
        <a:lstStyle/>
        <a:p>
          <a:pPr marL="0" lvl="0" indent="0" algn="ctr" defTabSz="622300">
            <a:lnSpc>
              <a:spcPct val="90000"/>
            </a:lnSpc>
            <a:spcBef>
              <a:spcPct val="0"/>
            </a:spcBef>
            <a:spcAft>
              <a:spcPct val="35000"/>
            </a:spcAft>
            <a:buNone/>
          </a:pPr>
          <a:r>
            <a:rPr lang="en-IN" sz="1400" kern="1200" dirty="0">
              <a:latin typeface="Century Schoolbook" panose="02040604050505020304" pitchFamily="18" charset="0"/>
            </a:rPr>
            <a:t>Toilet paper width detection</a:t>
          </a:r>
        </a:p>
      </dsp:txBody>
      <dsp:txXfrm>
        <a:off x="2144342" y="26481"/>
        <a:ext cx="1059885" cy="837486"/>
      </dsp:txXfrm>
    </dsp:sp>
    <dsp:sp modelId="{6CAD8277-E614-41D6-B4CB-B987CCDE3D73}">
      <dsp:nvSpPr>
        <dsp:cNvPr id="0" name=""/>
        <dsp:cNvSpPr/>
      </dsp:nvSpPr>
      <dsp:spPr>
        <a:xfrm rot="19500000">
          <a:off x="3115359" y="1189974"/>
          <a:ext cx="896954" cy="333598"/>
        </a:xfrm>
        <a:prstGeom prst="lef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10800000" lon="0" rev="0"/>
          </a:camera>
          <a:lightRig rig="threePt" dir="t"/>
        </a:scene3d>
        <a:sp3d/>
      </dsp:spPr>
      <dsp:style>
        <a:lnRef idx="0">
          <a:scrgbClr r="0" g="0" b="0"/>
        </a:lnRef>
        <a:fillRef idx="1">
          <a:scrgbClr r="0" g="0" b="0"/>
        </a:fillRef>
        <a:effectRef idx="0">
          <a:scrgbClr r="0" g="0" b="0"/>
        </a:effectRef>
        <a:fontRef idx="minor">
          <a:schemeClr val="lt1"/>
        </a:fontRef>
      </dsp:style>
    </dsp:sp>
    <dsp:sp modelId="{F18F4943-A477-4200-9679-CE8D7F7B1F5B}">
      <dsp:nvSpPr>
        <dsp:cNvPr id="0" name=""/>
        <dsp:cNvSpPr/>
      </dsp:nvSpPr>
      <dsp:spPr>
        <a:xfrm>
          <a:off x="3375209" y="654739"/>
          <a:ext cx="1111995" cy="8895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scene3d>
          <a:camera prst="orthographicFront">
            <a:rot lat="10800000" lon="0" rev="0"/>
          </a:camera>
          <a:lightRig rig="threePt" dir="t"/>
        </a:scene3d>
        <a:sp3d/>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flatTx/>
        </a:bodyPr>
        <a:lstStyle/>
        <a:p>
          <a:pPr marL="0" lvl="0" indent="0" algn="ctr" defTabSz="622300">
            <a:lnSpc>
              <a:spcPct val="90000"/>
            </a:lnSpc>
            <a:spcBef>
              <a:spcPct val="0"/>
            </a:spcBef>
            <a:spcAft>
              <a:spcPct val="35000"/>
            </a:spcAft>
            <a:buNone/>
          </a:pPr>
          <a:r>
            <a:rPr lang="en-IN" sz="1400" kern="1200" dirty="0">
              <a:latin typeface="Century Schoolbook" panose="02040604050505020304" pitchFamily="18" charset="0"/>
            </a:rPr>
            <a:t>Cubicle vacancy checking</a:t>
          </a:r>
        </a:p>
      </dsp:txBody>
      <dsp:txXfrm>
        <a:off x="3401264" y="680794"/>
        <a:ext cx="1059885" cy="83748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5D3AA5-A5BD-4DE1-9257-7385B0855CE9}">
      <dsp:nvSpPr>
        <dsp:cNvPr id="0" name=""/>
        <dsp:cNvSpPr/>
      </dsp:nvSpPr>
      <dsp:spPr>
        <a:xfrm>
          <a:off x="112030" y="0"/>
          <a:ext cx="1526641" cy="152664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Century Schoolbook" panose="02040604050505020304" pitchFamily="18" charset="0"/>
            </a:rPr>
            <a:t>Sending Notification to staff</a:t>
          </a:r>
        </a:p>
      </dsp:txBody>
      <dsp:txXfrm>
        <a:off x="335601" y="223571"/>
        <a:ext cx="1079499" cy="107949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5D3AA5-A5BD-4DE1-9257-7385B0855CE9}">
      <dsp:nvSpPr>
        <dsp:cNvPr id="0" name=""/>
        <dsp:cNvSpPr/>
      </dsp:nvSpPr>
      <dsp:spPr>
        <a:xfrm>
          <a:off x="95532" y="1097"/>
          <a:ext cx="1526538" cy="152653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IN" sz="1900" kern="1200" dirty="0">
              <a:latin typeface="Century Schoolbook" panose="02040604050505020304" pitchFamily="18" charset="0"/>
            </a:rPr>
            <a:t>Website updating</a:t>
          </a:r>
        </a:p>
      </dsp:txBody>
      <dsp:txXfrm>
        <a:off x="319088" y="224653"/>
        <a:ext cx="1079426" cy="1079426"/>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8.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11.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4A5AC-7564-4D8D-BD1C-10A9F306F8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C05DA17-1FB2-4070-BF43-D5800EEE60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90C20AA-1926-4A6D-8D94-BEAB3A746B2A}"/>
              </a:ext>
            </a:extLst>
          </p:cNvPr>
          <p:cNvSpPr>
            <a:spLocks noGrp="1"/>
          </p:cNvSpPr>
          <p:nvPr>
            <p:ph type="dt" sz="half" idx="10"/>
          </p:nvPr>
        </p:nvSpPr>
        <p:spPr/>
        <p:txBody>
          <a:bodyPr/>
          <a:lstStyle/>
          <a:p>
            <a:fld id="{8DF23181-9C02-422E-873E-3E748E4753CD}" type="datetimeFigureOut">
              <a:rPr lang="en-IN" smtClean="0"/>
              <a:t>21-04-2022</a:t>
            </a:fld>
            <a:endParaRPr lang="en-IN"/>
          </a:p>
        </p:txBody>
      </p:sp>
      <p:sp>
        <p:nvSpPr>
          <p:cNvPr id="5" name="Footer Placeholder 4">
            <a:extLst>
              <a:ext uri="{FF2B5EF4-FFF2-40B4-BE49-F238E27FC236}">
                <a16:creationId xmlns:a16="http://schemas.microsoft.com/office/drawing/2014/main" id="{21855154-562E-4942-96E4-DB465BC8DB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D28D1F-A5AE-446F-88C7-9F910EEC939A}"/>
              </a:ext>
            </a:extLst>
          </p:cNvPr>
          <p:cNvSpPr>
            <a:spLocks noGrp="1"/>
          </p:cNvSpPr>
          <p:nvPr>
            <p:ph type="sldNum" sz="quarter" idx="12"/>
          </p:nvPr>
        </p:nvSpPr>
        <p:spPr/>
        <p:txBody>
          <a:bodyPr/>
          <a:lstStyle/>
          <a:p>
            <a:fld id="{DBA22F34-63D5-4ACB-9191-2D8A6961EEC6}" type="slidenum">
              <a:rPr lang="en-IN" smtClean="0"/>
              <a:t>‹#›</a:t>
            </a:fld>
            <a:endParaRPr lang="en-IN"/>
          </a:p>
        </p:txBody>
      </p:sp>
    </p:spTree>
    <p:extLst>
      <p:ext uri="{BB962C8B-B14F-4D97-AF65-F5344CB8AC3E}">
        <p14:creationId xmlns:p14="http://schemas.microsoft.com/office/powerpoint/2010/main" val="1951143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8DEBA-51FD-47F5-A9DE-3D6E2DB653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B900A8-35DC-4A3F-99EB-BDC16B5FD8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08ABAD-1C4D-4132-AF2A-74C4FDC5E341}"/>
              </a:ext>
            </a:extLst>
          </p:cNvPr>
          <p:cNvSpPr>
            <a:spLocks noGrp="1"/>
          </p:cNvSpPr>
          <p:nvPr>
            <p:ph type="dt" sz="half" idx="10"/>
          </p:nvPr>
        </p:nvSpPr>
        <p:spPr/>
        <p:txBody>
          <a:bodyPr/>
          <a:lstStyle/>
          <a:p>
            <a:fld id="{8DF23181-9C02-422E-873E-3E748E4753CD}" type="datetimeFigureOut">
              <a:rPr lang="en-IN" smtClean="0"/>
              <a:t>21-04-2022</a:t>
            </a:fld>
            <a:endParaRPr lang="en-IN"/>
          </a:p>
        </p:txBody>
      </p:sp>
      <p:sp>
        <p:nvSpPr>
          <p:cNvPr id="5" name="Footer Placeholder 4">
            <a:extLst>
              <a:ext uri="{FF2B5EF4-FFF2-40B4-BE49-F238E27FC236}">
                <a16:creationId xmlns:a16="http://schemas.microsoft.com/office/drawing/2014/main" id="{3A9ADFA5-C4DD-4929-B3E6-4CB1F98846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CC4CD7-7BD7-461A-B862-8FE8A8B1D39E}"/>
              </a:ext>
            </a:extLst>
          </p:cNvPr>
          <p:cNvSpPr>
            <a:spLocks noGrp="1"/>
          </p:cNvSpPr>
          <p:nvPr>
            <p:ph type="sldNum" sz="quarter" idx="12"/>
          </p:nvPr>
        </p:nvSpPr>
        <p:spPr/>
        <p:txBody>
          <a:bodyPr/>
          <a:lstStyle/>
          <a:p>
            <a:fld id="{DBA22F34-63D5-4ACB-9191-2D8A6961EEC6}" type="slidenum">
              <a:rPr lang="en-IN" smtClean="0"/>
              <a:t>‹#›</a:t>
            </a:fld>
            <a:endParaRPr lang="en-IN"/>
          </a:p>
        </p:txBody>
      </p:sp>
    </p:spTree>
    <p:extLst>
      <p:ext uri="{BB962C8B-B14F-4D97-AF65-F5344CB8AC3E}">
        <p14:creationId xmlns:p14="http://schemas.microsoft.com/office/powerpoint/2010/main" val="1604306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8C946-33B4-4A17-9E23-A824A5FF5A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EF4029C-4C24-410A-837D-EFEC5E9D75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ECBC0B-7220-4C43-8EAE-ED56425853BA}"/>
              </a:ext>
            </a:extLst>
          </p:cNvPr>
          <p:cNvSpPr>
            <a:spLocks noGrp="1"/>
          </p:cNvSpPr>
          <p:nvPr>
            <p:ph type="dt" sz="half" idx="10"/>
          </p:nvPr>
        </p:nvSpPr>
        <p:spPr/>
        <p:txBody>
          <a:bodyPr/>
          <a:lstStyle/>
          <a:p>
            <a:fld id="{8DF23181-9C02-422E-873E-3E748E4753CD}" type="datetimeFigureOut">
              <a:rPr lang="en-IN" smtClean="0"/>
              <a:t>21-04-2022</a:t>
            </a:fld>
            <a:endParaRPr lang="en-IN"/>
          </a:p>
        </p:txBody>
      </p:sp>
      <p:sp>
        <p:nvSpPr>
          <p:cNvPr id="5" name="Footer Placeholder 4">
            <a:extLst>
              <a:ext uri="{FF2B5EF4-FFF2-40B4-BE49-F238E27FC236}">
                <a16:creationId xmlns:a16="http://schemas.microsoft.com/office/drawing/2014/main" id="{CD48791E-A40C-4F1D-9C46-682C46C787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80BB70-6B0D-4D83-9A4D-EF585DCE8771}"/>
              </a:ext>
            </a:extLst>
          </p:cNvPr>
          <p:cNvSpPr>
            <a:spLocks noGrp="1"/>
          </p:cNvSpPr>
          <p:nvPr>
            <p:ph type="sldNum" sz="quarter" idx="12"/>
          </p:nvPr>
        </p:nvSpPr>
        <p:spPr/>
        <p:txBody>
          <a:bodyPr/>
          <a:lstStyle/>
          <a:p>
            <a:fld id="{DBA22F34-63D5-4ACB-9191-2D8A6961EEC6}" type="slidenum">
              <a:rPr lang="en-IN" smtClean="0"/>
              <a:t>‹#›</a:t>
            </a:fld>
            <a:endParaRPr lang="en-IN"/>
          </a:p>
        </p:txBody>
      </p:sp>
    </p:spTree>
    <p:extLst>
      <p:ext uri="{BB962C8B-B14F-4D97-AF65-F5344CB8AC3E}">
        <p14:creationId xmlns:p14="http://schemas.microsoft.com/office/powerpoint/2010/main" val="1593222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A221A-CFD5-4DBD-AB11-8829FB6801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CFF5C9-CE78-42EB-B9E2-76577B96BB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23CAA6-CE0F-4A0A-BC13-410FC48B34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EC472EE-CBFD-4BB3-95DD-1520525D87CB}"/>
              </a:ext>
            </a:extLst>
          </p:cNvPr>
          <p:cNvSpPr>
            <a:spLocks noGrp="1"/>
          </p:cNvSpPr>
          <p:nvPr>
            <p:ph type="dt" sz="half" idx="10"/>
          </p:nvPr>
        </p:nvSpPr>
        <p:spPr/>
        <p:txBody>
          <a:bodyPr/>
          <a:lstStyle/>
          <a:p>
            <a:fld id="{8DF23181-9C02-422E-873E-3E748E4753CD}" type="datetimeFigureOut">
              <a:rPr lang="en-IN" smtClean="0"/>
              <a:t>21-04-2022</a:t>
            </a:fld>
            <a:endParaRPr lang="en-IN"/>
          </a:p>
        </p:txBody>
      </p:sp>
      <p:sp>
        <p:nvSpPr>
          <p:cNvPr id="6" name="Footer Placeholder 5">
            <a:extLst>
              <a:ext uri="{FF2B5EF4-FFF2-40B4-BE49-F238E27FC236}">
                <a16:creationId xmlns:a16="http://schemas.microsoft.com/office/drawing/2014/main" id="{FCBBF9C0-8693-4B49-9D75-19F7FD5485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DC1928-C40C-4C4C-8835-DEFBDB36A2FE}"/>
              </a:ext>
            </a:extLst>
          </p:cNvPr>
          <p:cNvSpPr>
            <a:spLocks noGrp="1"/>
          </p:cNvSpPr>
          <p:nvPr>
            <p:ph type="sldNum" sz="quarter" idx="12"/>
          </p:nvPr>
        </p:nvSpPr>
        <p:spPr/>
        <p:txBody>
          <a:bodyPr/>
          <a:lstStyle/>
          <a:p>
            <a:fld id="{DBA22F34-63D5-4ACB-9191-2D8A6961EEC6}" type="slidenum">
              <a:rPr lang="en-IN" smtClean="0"/>
              <a:t>‹#›</a:t>
            </a:fld>
            <a:endParaRPr lang="en-IN"/>
          </a:p>
        </p:txBody>
      </p:sp>
    </p:spTree>
    <p:extLst>
      <p:ext uri="{BB962C8B-B14F-4D97-AF65-F5344CB8AC3E}">
        <p14:creationId xmlns:p14="http://schemas.microsoft.com/office/powerpoint/2010/main" val="1201583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CB183-078B-42E0-9318-5EA04E49299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260C89-ACB1-4961-AAEB-BE681C309F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72A7A2-D190-4E0C-8603-752953B4A3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CB77CFE-6C8D-4134-B3CD-9515BEBD76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DB26D1-51E2-4CE1-8704-70517F52D2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A558540-353B-4FD9-A63A-236511C9D856}"/>
              </a:ext>
            </a:extLst>
          </p:cNvPr>
          <p:cNvSpPr>
            <a:spLocks noGrp="1"/>
          </p:cNvSpPr>
          <p:nvPr>
            <p:ph type="dt" sz="half" idx="10"/>
          </p:nvPr>
        </p:nvSpPr>
        <p:spPr/>
        <p:txBody>
          <a:bodyPr/>
          <a:lstStyle/>
          <a:p>
            <a:fld id="{8DF23181-9C02-422E-873E-3E748E4753CD}" type="datetimeFigureOut">
              <a:rPr lang="en-IN" smtClean="0"/>
              <a:t>21-04-2022</a:t>
            </a:fld>
            <a:endParaRPr lang="en-IN"/>
          </a:p>
        </p:txBody>
      </p:sp>
      <p:sp>
        <p:nvSpPr>
          <p:cNvPr id="8" name="Footer Placeholder 7">
            <a:extLst>
              <a:ext uri="{FF2B5EF4-FFF2-40B4-BE49-F238E27FC236}">
                <a16:creationId xmlns:a16="http://schemas.microsoft.com/office/drawing/2014/main" id="{1C5BBADF-1B68-4D22-AF1C-C4C81FD35B7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7A459DB-2B23-482B-BFD5-E046014D7BCB}"/>
              </a:ext>
            </a:extLst>
          </p:cNvPr>
          <p:cNvSpPr>
            <a:spLocks noGrp="1"/>
          </p:cNvSpPr>
          <p:nvPr>
            <p:ph type="sldNum" sz="quarter" idx="12"/>
          </p:nvPr>
        </p:nvSpPr>
        <p:spPr/>
        <p:txBody>
          <a:bodyPr/>
          <a:lstStyle/>
          <a:p>
            <a:fld id="{DBA22F34-63D5-4ACB-9191-2D8A6961EEC6}" type="slidenum">
              <a:rPr lang="en-IN" smtClean="0"/>
              <a:t>‹#›</a:t>
            </a:fld>
            <a:endParaRPr lang="en-IN"/>
          </a:p>
        </p:txBody>
      </p:sp>
    </p:spTree>
    <p:extLst>
      <p:ext uri="{BB962C8B-B14F-4D97-AF65-F5344CB8AC3E}">
        <p14:creationId xmlns:p14="http://schemas.microsoft.com/office/powerpoint/2010/main" val="2316887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5345D-9A9B-480E-A4E5-3BE60B8AB90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B87001-3CBC-463E-B48F-B285736D170E}"/>
              </a:ext>
            </a:extLst>
          </p:cNvPr>
          <p:cNvSpPr>
            <a:spLocks noGrp="1"/>
          </p:cNvSpPr>
          <p:nvPr>
            <p:ph type="dt" sz="half" idx="10"/>
          </p:nvPr>
        </p:nvSpPr>
        <p:spPr/>
        <p:txBody>
          <a:bodyPr/>
          <a:lstStyle/>
          <a:p>
            <a:fld id="{8DF23181-9C02-422E-873E-3E748E4753CD}" type="datetimeFigureOut">
              <a:rPr lang="en-IN" smtClean="0"/>
              <a:t>21-04-2022</a:t>
            </a:fld>
            <a:endParaRPr lang="en-IN"/>
          </a:p>
        </p:txBody>
      </p:sp>
      <p:sp>
        <p:nvSpPr>
          <p:cNvPr id="4" name="Footer Placeholder 3">
            <a:extLst>
              <a:ext uri="{FF2B5EF4-FFF2-40B4-BE49-F238E27FC236}">
                <a16:creationId xmlns:a16="http://schemas.microsoft.com/office/drawing/2014/main" id="{CC475484-75AB-458D-A841-071D02AFB7B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0F18DC-21E8-47AF-8EDD-A927002187A3}"/>
              </a:ext>
            </a:extLst>
          </p:cNvPr>
          <p:cNvSpPr>
            <a:spLocks noGrp="1"/>
          </p:cNvSpPr>
          <p:nvPr>
            <p:ph type="sldNum" sz="quarter" idx="12"/>
          </p:nvPr>
        </p:nvSpPr>
        <p:spPr/>
        <p:txBody>
          <a:bodyPr/>
          <a:lstStyle/>
          <a:p>
            <a:fld id="{DBA22F34-63D5-4ACB-9191-2D8A6961EEC6}" type="slidenum">
              <a:rPr lang="en-IN" smtClean="0"/>
              <a:t>‹#›</a:t>
            </a:fld>
            <a:endParaRPr lang="en-IN"/>
          </a:p>
        </p:txBody>
      </p:sp>
    </p:spTree>
    <p:extLst>
      <p:ext uri="{BB962C8B-B14F-4D97-AF65-F5344CB8AC3E}">
        <p14:creationId xmlns:p14="http://schemas.microsoft.com/office/powerpoint/2010/main" val="2802958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5D4008-38D8-42D6-8583-A0BC9C82D29A}"/>
              </a:ext>
            </a:extLst>
          </p:cNvPr>
          <p:cNvSpPr>
            <a:spLocks noGrp="1"/>
          </p:cNvSpPr>
          <p:nvPr>
            <p:ph type="dt" sz="half" idx="10"/>
          </p:nvPr>
        </p:nvSpPr>
        <p:spPr/>
        <p:txBody>
          <a:bodyPr/>
          <a:lstStyle/>
          <a:p>
            <a:fld id="{8DF23181-9C02-422E-873E-3E748E4753CD}" type="datetimeFigureOut">
              <a:rPr lang="en-IN" smtClean="0"/>
              <a:t>21-04-2022</a:t>
            </a:fld>
            <a:endParaRPr lang="en-IN"/>
          </a:p>
        </p:txBody>
      </p:sp>
      <p:sp>
        <p:nvSpPr>
          <p:cNvPr id="3" name="Footer Placeholder 2">
            <a:extLst>
              <a:ext uri="{FF2B5EF4-FFF2-40B4-BE49-F238E27FC236}">
                <a16:creationId xmlns:a16="http://schemas.microsoft.com/office/drawing/2014/main" id="{63799C7C-C667-4F32-B9D5-794F35FD54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168C2A9-A6A8-4010-BFB7-1309197EB635}"/>
              </a:ext>
            </a:extLst>
          </p:cNvPr>
          <p:cNvSpPr>
            <a:spLocks noGrp="1"/>
          </p:cNvSpPr>
          <p:nvPr>
            <p:ph type="sldNum" sz="quarter" idx="12"/>
          </p:nvPr>
        </p:nvSpPr>
        <p:spPr/>
        <p:txBody>
          <a:bodyPr/>
          <a:lstStyle/>
          <a:p>
            <a:fld id="{DBA22F34-63D5-4ACB-9191-2D8A6961EEC6}" type="slidenum">
              <a:rPr lang="en-IN" smtClean="0"/>
              <a:t>‹#›</a:t>
            </a:fld>
            <a:endParaRPr lang="en-IN"/>
          </a:p>
        </p:txBody>
      </p:sp>
    </p:spTree>
    <p:extLst>
      <p:ext uri="{BB962C8B-B14F-4D97-AF65-F5344CB8AC3E}">
        <p14:creationId xmlns:p14="http://schemas.microsoft.com/office/powerpoint/2010/main" val="3420249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9F4C4-768C-4409-9A43-A5C45363C8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68F8239-37E9-4761-A435-8D71FC787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18DB47-ACB1-46E1-A095-F20A76CD9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92E91E-1C43-4698-880B-7A0216CFA504}"/>
              </a:ext>
            </a:extLst>
          </p:cNvPr>
          <p:cNvSpPr>
            <a:spLocks noGrp="1"/>
          </p:cNvSpPr>
          <p:nvPr>
            <p:ph type="dt" sz="half" idx="10"/>
          </p:nvPr>
        </p:nvSpPr>
        <p:spPr/>
        <p:txBody>
          <a:bodyPr/>
          <a:lstStyle/>
          <a:p>
            <a:fld id="{8DF23181-9C02-422E-873E-3E748E4753CD}" type="datetimeFigureOut">
              <a:rPr lang="en-IN" smtClean="0"/>
              <a:t>21-04-2022</a:t>
            </a:fld>
            <a:endParaRPr lang="en-IN"/>
          </a:p>
        </p:txBody>
      </p:sp>
      <p:sp>
        <p:nvSpPr>
          <p:cNvPr id="6" name="Footer Placeholder 5">
            <a:extLst>
              <a:ext uri="{FF2B5EF4-FFF2-40B4-BE49-F238E27FC236}">
                <a16:creationId xmlns:a16="http://schemas.microsoft.com/office/drawing/2014/main" id="{3E494B1C-1756-4D1A-8F8B-F931FB6E99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3EE43B-D0AF-4D7B-82E7-9C7C79113C0D}"/>
              </a:ext>
            </a:extLst>
          </p:cNvPr>
          <p:cNvSpPr>
            <a:spLocks noGrp="1"/>
          </p:cNvSpPr>
          <p:nvPr>
            <p:ph type="sldNum" sz="quarter" idx="12"/>
          </p:nvPr>
        </p:nvSpPr>
        <p:spPr/>
        <p:txBody>
          <a:bodyPr/>
          <a:lstStyle/>
          <a:p>
            <a:fld id="{DBA22F34-63D5-4ACB-9191-2D8A6961EEC6}" type="slidenum">
              <a:rPr lang="en-IN" smtClean="0"/>
              <a:t>‹#›</a:t>
            </a:fld>
            <a:endParaRPr lang="en-IN"/>
          </a:p>
        </p:txBody>
      </p:sp>
    </p:spTree>
    <p:extLst>
      <p:ext uri="{BB962C8B-B14F-4D97-AF65-F5344CB8AC3E}">
        <p14:creationId xmlns:p14="http://schemas.microsoft.com/office/powerpoint/2010/main" val="3972849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EA3B2-DEFB-4C85-8CCC-96FB190A8B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816DB3-FA8E-4B0E-A328-7EF81CDD3D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F0124DA-670B-4BD0-A038-C44F0E8066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BFAD9-04DB-4AB1-A68F-AABAD4DF970C}"/>
              </a:ext>
            </a:extLst>
          </p:cNvPr>
          <p:cNvSpPr>
            <a:spLocks noGrp="1"/>
          </p:cNvSpPr>
          <p:nvPr>
            <p:ph type="dt" sz="half" idx="10"/>
          </p:nvPr>
        </p:nvSpPr>
        <p:spPr/>
        <p:txBody>
          <a:bodyPr/>
          <a:lstStyle/>
          <a:p>
            <a:fld id="{8DF23181-9C02-422E-873E-3E748E4753CD}" type="datetimeFigureOut">
              <a:rPr lang="en-IN" smtClean="0"/>
              <a:t>21-04-2022</a:t>
            </a:fld>
            <a:endParaRPr lang="en-IN"/>
          </a:p>
        </p:txBody>
      </p:sp>
      <p:sp>
        <p:nvSpPr>
          <p:cNvPr id="6" name="Footer Placeholder 5">
            <a:extLst>
              <a:ext uri="{FF2B5EF4-FFF2-40B4-BE49-F238E27FC236}">
                <a16:creationId xmlns:a16="http://schemas.microsoft.com/office/drawing/2014/main" id="{DA2C111F-6FDD-46E1-BBB5-E49F4B6BC9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BC6E2E-2821-4A80-9925-78E959DE5C60}"/>
              </a:ext>
            </a:extLst>
          </p:cNvPr>
          <p:cNvSpPr>
            <a:spLocks noGrp="1"/>
          </p:cNvSpPr>
          <p:nvPr>
            <p:ph type="sldNum" sz="quarter" idx="12"/>
          </p:nvPr>
        </p:nvSpPr>
        <p:spPr/>
        <p:txBody>
          <a:bodyPr/>
          <a:lstStyle/>
          <a:p>
            <a:fld id="{DBA22F34-63D5-4ACB-9191-2D8A6961EEC6}" type="slidenum">
              <a:rPr lang="en-IN" smtClean="0"/>
              <a:t>‹#›</a:t>
            </a:fld>
            <a:endParaRPr lang="en-IN"/>
          </a:p>
        </p:txBody>
      </p:sp>
    </p:spTree>
    <p:extLst>
      <p:ext uri="{BB962C8B-B14F-4D97-AF65-F5344CB8AC3E}">
        <p14:creationId xmlns:p14="http://schemas.microsoft.com/office/powerpoint/2010/main" val="795487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41982-6AD4-4807-BC84-242499F74A1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3E65C0-129E-4294-A5B3-9640E4E1B3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6095A1-DB11-42FA-B616-DDD16F642FD8}"/>
              </a:ext>
            </a:extLst>
          </p:cNvPr>
          <p:cNvSpPr>
            <a:spLocks noGrp="1"/>
          </p:cNvSpPr>
          <p:nvPr>
            <p:ph type="dt" sz="half" idx="10"/>
          </p:nvPr>
        </p:nvSpPr>
        <p:spPr/>
        <p:txBody>
          <a:bodyPr/>
          <a:lstStyle/>
          <a:p>
            <a:fld id="{8DF23181-9C02-422E-873E-3E748E4753CD}" type="datetimeFigureOut">
              <a:rPr lang="en-IN" smtClean="0"/>
              <a:t>21-04-2022</a:t>
            </a:fld>
            <a:endParaRPr lang="en-IN"/>
          </a:p>
        </p:txBody>
      </p:sp>
      <p:sp>
        <p:nvSpPr>
          <p:cNvPr id="5" name="Footer Placeholder 4">
            <a:extLst>
              <a:ext uri="{FF2B5EF4-FFF2-40B4-BE49-F238E27FC236}">
                <a16:creationId xmlns:a16="http://schemas.microsoft.com/office/drawing/2014/main" id="{6F3169C4-5A29-42FC-96F7-8240564B5D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220372-6225-4973-8D28-27963D58658E}"/>
              </a:ext>
            </a:extLst>
          </p:cNvPr>
          <p:cNvSpPr>
            <a:spLocks noGrp="1"/>
          </p:cNvSpPr>
          <p:nvPr>
            <p:ph type="sldNum" sz="quarter" idx="12"/>
          </p:nvPr>
        </p:nvSpPr>
        <p:spPr/>
        <p:txBody>
          <a:bodyPr/>
          <a:lstStyle/>
          <a:p>
            <a:fld id="{DBA22F34-63D5-4ACB-9191-2D8A6961EEC6}" type="slidenum">
              <a:rPr lang="en-IN" smtClean="0"/>
              <a:t>‹#›</a:t>
            </a:fld>
            <a:endParaRPr lang="en-IN"/>
          </a:p>
        </p:txBody>
      </p:sp>
    </p:spTree>
    <p:extLst>
      <p:ext uri="{BB962C8B-B14F-4D97-AF65-F5344CB8AC3E}">
        <p14:creationId xmlns:p14="http://schemas.microsoft.com/office/powerpoint/2010/main" val="3806606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671605-9757-4891-828C-ED432D5C4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401761-49D2-4462-B6E3-CB4748BDBD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CD49FB-C667-402A-8397-7F29E98353B8}"/>
              </a:ext>
            </a:extLst>
          </p:cNvPr>
          <p:cNvSpPr>
            <a:spLocks noGrp="1"/>
          </p:cNvSpPr>
          <p:nvPr>
            <p:ph type="dt" sz="half" idx="10"/>
          </p:nvPr>
        </p:nvSpPr>
        <p:spPr/>
        <p:txBody>
          <a:bodyPr/>
          <a:lstStyle/>
          <a:p>
            <a:fld id="{8DF23181-9C02-422E-873E-3E748E4753CD}" type="datetimeFigureOut">
              <a:rPr lang="en-IN" smtClean="0"/>
              <a:t>21-04-2022</a:t>
            </a:fld>
            <a:endParaRPr lang="en-IN"/>
          </a:p>
        </p:txBody>
      </p:sp>
      <p:sp>
        <p:nvSpPr>
          <p:cNvPr id="5" name="Footer Placeholder 4">
            <a:extLst>
              <a:ext uri="{FF2B5EF4-FFF2-40B4-BE49-F238E27FC236}">
                <a16:creationId xmlns:a16="http://schemas.microsoft.com/office/drawing/2014/main" id="{2351B5B4-23E0-425E-B645-FD8A5BDAE9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306592-D5D3-4855-BFCC-4B4FBE026A00}"/>
              </a:ext>
            </a:extLst>
          </p:cNvPr>
          <p:cNvSpPr>
            <a:spLocks noGrp="1"/>
          </p:cNvSpPr>
          <p:nvPr>
            <p:ph type="sldNum" sz="quarter" idx="12"/>
          </p:nvPr>
        </p:nvSpPr>
        <p:spPr/>
        <p:txBody>
          <a:bodyPr/>
          <a:lstStyle/>
          <a:p>
            <a:fld id="{DBA22F34-63D5-4ACB-9191-2D8A6961EEC6}" type="slidenum">
              <a:rPr lang="en-IN" smtClean="0"/>
              <a:t>‹#›</a:t>
            </a:fld>
            <a:endParaRPr lang="en-IN"/>
          </a:p>
        </p:txBody>
      </p:sp>
    </p:spTree>
    <p:extLst>
      <p:ext uri="{BB962C8B-B14F-4D97-AF65-F5344CB8AC3E}">
        <p14:creationId xmlns:p14="http://schemas.microsoft.com/office/powerpoint/2010/main" val="3387168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6390A4-4B8F-493B-963C-EC1F8E1A68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B62B361-4B5B-4985-B8AA-5B8F1D9724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D8373C-FB25-417E-B8A5-03A7C09954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F23181-9C02-422E-873E-3E748E4753CD}" type="datetimeFigureOut">
              <a:rPr lang="en-IN" smtClean="0"/>
              <a:t>21-04-2022</a:t>
            </a:fld>
            <a:endParaRPr lang="en-IN"/>
          </a:p>
        </p:txBody>
      </p:sp>
      <p:sp>
        <p:nvSpPr>
          <p:cNvPr id="5" name="Footer Placeholder 4">
            <a:extLst>
              <a:ext uri="{FF2B5EF4-FFF2-40B4-BE49-F238E27FC236}">
                <a16:creationId xmlns:a16="http://schemas.microsoft.com/office/drawing/2014/main" id="{F8D671F0-709C-4800-9E55-A7C12DAA2C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FACE375-04E3-40D8-B03F-6850C955F9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A22F34-63D5-4ACB-9191-2D8A6961EEC6}" type="slidenum">
              <a:rPr lang="en-IN" smtClean="0"/>
              <a:t>‹#›</a:t>
            </a:fld>
            <a:endParaRPr lang="en-IN"/>
          </a:p>
        </p:txBody>
      </p:sp>
    </p:spTree>
    <p:extLst>
      <p:ext uri="{BB962C8B-B14F-4D97-AF65-F5344CB8AC3E}">
        <p14:creationId xmlns:p14="http://schemas.microsoft.com/office/powerpoint/2010/main" val="11684665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6.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5.xml"/><Relationship Id="rId13" Type="http://schemas.openxmlformats.org/officeDocument/2006/relationships/diagramLayout" Target="../diagrams/layout6.xml"/><Relationship Id="rId3" Type="http://schemas.openxmlformats.org/officeDocument/2006/relationships/diagramLayout" Target="../diagrams/layout4.xml"/><Relationship Id="rId7" Type="http://schemas.openxmlformats.org/officeDocument/2006/relationships/diagramData" Target="../diagrams/data5.xml"/><Relationship Id="rId12" Type="http://schemas.openxmlformats.org/officeDocument/2006/relationships/diagramData" Target="../diagrams/data6.xml"/><Relationship Id="rId2" Type="http://schemas.openxmlformats.org/officeDocument/2006/relationships/diagramData" Target="../diagrams/data4.xml"/><Relationship Id="rId16" Type="http://schemas.microsoft.com/office/2007/relationships/diagramDrawing" Target="../diagrams/drawing6.xml"/><Relationship Id="rId1" Type="http://schemas.openxmlformats.org/officeDocument/2006/relationships/slideLayout" Target="../slideLayouts/slideLayout6.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5" Type="http://schemas.openxmlformats.org/officeDocument/2006/relationships/diagramColors" Target="../diagrams/colors6.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 Id="rId1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8.xml"/><Relationship Id="rId13" Type="http://schemas.openxmlformats.org/officeDocument/2006/relationships/diagramLayout" Target="../diagrams/layout9.xml"/><Relationship Id="rId18" Type="http://schemas.openxmlformats.org/officeDocument/2006/relationships/diagramLayout" Target="../diagrams/layout10.xml"/><Relationship Id="rId26" Type="http://schemas.microsoft.com/office/2007/relationships/diagramDrawing" Target="../diagrams/drawing11.xml"/><Relationship Id="rId3" Type="http://schemas.openxmlformats.org/officeDocument/2006/relationships/diagramLayout" Target="../diagrams/layout7.xml"/><Relationship Id="rId21" Type="http://schemas.microsoft.com/office/2007/relationships/diagramDrawing" Target="../diagrams/drawing10.xml"/><Relationship Id="rId7" Type="http://schemas.openxmlformats.org/officeDocument/2006/relationships/diagramData" Target="../diagrams/data8.xml"/><Relationship Id="rId12" Type="http://schemas.openxmlformats.org/officeDocument/2006/relationships/diagramData" Target="../diagrams/data9.xml"/><Relationship Id="rId17" Type="http://schemas.openxmlformats.org/officeDocument/2006/relationships/diagramData" Target="../diagrams/data10.xml"/><Relationship Id="rId25" Type="http://schemas.openxmlformats.org/officeDocument/2006/relationships/diagramColors" Target="../diagrams/colors11.xml"/><Relationship Id="rId2" Type="http://schemas.openxmlformats.org/officeDocument/2006/relationships/diagramData" Target="../diagrams/data7.xml"/><Relationship Id="rId16" Type="http://schemas.microsoft.com/office/2007/relationships/diagramDrawing" Target="../diagrams/drawing9.xml"/><Relationship Id="rId20" Type="http://schemas.openxmlformats.org/officeDocument/2006/relationships/diagramColors" Target="../diagrams/colors10.xml"/><Relationship Id="rId1" Type="http://schemas.openxmlformats.org/officeDocument/2006/relationships/slideLayout" Target="../slideLayouts/slideLayout6.xml"/><Relationship Id="rId6" Type="http://schemas.microsoft.com/office/2007/relationships/diagramDrawing" Target="../diagrams/drawing7.xml"/><Relationship Id="rId11" Type="http://schemas.microsoft.com/office/2007/relationships/diagramDrawing" Target="../diagrams/drawing8.xml"/><Relationship Id="rId24" Type="http://schemas.openxmlformats.org/officeDocument/2006/relationships/diagramQuickStyle" Target="../diagrams/quickStyle11.xml"/><Relationship Id="rId5" Type="http://schemas.openxmlformats.org/officeDocument/2006/relationships/diagramColors" Target="../diagrams/colors7.xml"/><Relationship Id="rId15" Type="http://schemas.openxmlformats.org/officeDocument/2006/relationships/diagramColors" Target="../diagrams/colors9.xml"/><Relationship Id="rId23" Type="http://schemas.openxmlformats.org/officeDocument/2006/relationships/diagramLayout" Target="../diagrams/layout11.xml"/><Relationship Id="rId10" Type="http://schemas.openxmlformats.org/officeDocument/2006/relationships/diagramColors" Target="../diagrams/colors8.xml"/><Relationship Id="rId19" Type="http://schemas.openxmlformats.org/officeDocument/2006/relationships/diagramQuickStyle" Target="../diagrams/quickStyle10.xml"/><Relationship Id="rId4" Type="http://schemas.openxmlformats.org/officeDocument/2006/relationships/diagramQuickStyle" Target="../diagrams/quickStyle7.xml"/><Relationship Id="rId9" Type="http://schemas.openxmlformats.org/officeDocument/2006/relationships/diagramQuickStyle" Target="../diagrams/quickStyle8.xml"/><Relationship Id="rId14" Type="http://schemas.openxmlformats.org/officeDocument/2006/relationships/diagramQuickStyle" Target="../diagrams/quickStyle9.xml"/><Relationship Id="rId22" Type="http://schemas.openxmlformats.org/officeDocument/2006/relationships/diagramData" Target="../diagrams/data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6352B-0ED0-42B7-BC21-7C70CCCE4000}"/>
              </a:ext>
            </a:extLst>
          </p:cNvPr>
          <p:cNvSpPr>
            <a:spLocks noGrp="1"/>
          </p:cNvSpPr>
          <p:nvPr>
            <p:ph type="ctrTitle"/>
          </p:nvPr>
        </p:nvSpPr>
        <p:spPr/>
        <p:txBody>
          <a:bodyPr/>
          <a:lstStyle/>
          <a:p>
            <a:r>
              <a:rPr lang="en-IN" dirty="0">
                <a:latin typeface="Calisto MT" panose="02040603050505030304" pitchFamily="18" charset="0"/>
              </a:rPr>
              <a:t>Smart Washroom Cleanliness Detector</a:t>
            </a:r>
          </a:p>
        </p:txBody>
      </p:sp>
      <p:sp>
        <p:nvSpPr>
          <p:cNvPr id="4" name="Google Shape;89;p13">
            <a:extLst>
              <a:ext uri="{FF2B5EF4-FFF2-40B4-BE49-F238E27FC236}">
                <a16:creationId xmlns:a16="http://schemas.microsoft.com/office/drawing/2014/main" id="{5E5EFFCA-BBF2-4864-BA38-CB469B782964}"/>
              </a:ext>
            </a:extLst>
          </p:cNvPr>
          <p:cNvSpPr txBox="1">
            <a:spLocks/>
          </p:cNvSpPr>
          <p:nvPr/>
        </p:nvSpPr>
        <p:spPr>
          <a:xfrm>
            <a:off x="838200" y="3428999"/>
            <a:ext cx="5181600" cy="2747964"/>
          </a:xfrm>
          <a:prstGeom prst="rect">
            <a:avLst/>
          </a:prstGeom>
          <a:noFill/>
          <a:ln>
            <a:noFill/>
          </a:ln>
        </p:spPr>
        <p:txBody>
          <a:bodyPr spcFirstLastPara="1" vert="horz" wrap="square" lIns="91425" tIns="45700" rIns="91425" bIns="45700" rtlCol="0" anchor="t" anchorCtr="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640"/>
              </a:spcBef>
              <a:buClr>
                <a:srgbClr val="888888"/>
              </a:buClr>
              <a:buSzPts val="3200"/>
            </a:pPr>
            <a:r>
              <a:rPr lang="en-US" b="1" dirty="0">
                <a:latin typeface="Century Gothic" panose="020B0502020202020204" pitchFamily="34" charset="0"/>
              </a:rPr>
              <a:t>Project By :                                                                                                      </a:t>
            </a:r>
          </a:p>
          <a:p>
            <a:pPr algn="l">
              <a:spcBef>
                <a:spcPts val="640"/>
              </a:spcBef>
              <a:buClr>
                <a:schemeClr val="dk1"/>
              </a:buClr>
              <a:buSzPts val="3200"/>
            </a:pPr>
            <a:r>
              <a:rPr lang="en-US" dirty="0" err="1">
                <a:solidFill>
                  <a:schemeClr val="dk1"/>
                </a:solidFill>
                <a:latin typeface="Century Gothic" panose="020B0502020202020204" pitchFamily="34" charset="0"/>
              </a:rPr>
              <a:t>Maitreya</a:t>
            </a:r>
            <a:r>
              <a:rPr lang="en-US" dirty="0">
                <a:solidFill>
                  <a:schemeClr val="dk1"/>
                </a:solidFill>
                <a:latin typeface="Century Gothic" panose="020B0502020202020204" pitchFamily="34" charset="0"/>
              </a:rPr>
              <a:t> </a:t>
            </a:r>
            <a:r>
              <a:rPr lang="en-US" dirty="0" err="1">
                <a:solidFill>
                  <a:schemeClr val="dk1"/>
                </a:solidFill>
                <a:latin typeface="Century Gothic" panose="020B0502020202020204" pitchFamily="34" charset="0"/>
              </a:rPr>
              <a:t>Shelare</a:t>
            </a:r>
            <a:endParaRPr lang="en-US" dirty="0">
              <a:solidFill>
                <a:schemeClr val="dk1"/>
              </a:solidFill>
              <a:latin typeface="Century Gothic" panose="020B0502020202020204" pitchFamily="34" charset="0"/>
            </a:endParaRPr>
          </a:p>
          <a:p>
            <a:pPr algn="l">
              <a:spcBef>
                <a:spcPts val="640"/>
              </a:spcBef>
              <a:buClr>
                <a:schemeClr val="dk1"/>
              </a:buClr>
              <a:buSzPts val="3200"/>
            </a:pPr>
            <a:r>
              <a:rPr lang="en-US" dirty="0" err="1">
                <a:solidFill>
                  <a:schemeClr val="dk1"/>
                </a:solidFill>
                <a:latin typeface="Century Gothic" panose="020B0502020202020204" pitchFamily="34" charset="0"/>
              </a:rPr>
              <a:t>Jimit</a:t>
            </a:r>
            <a:r>
              <a:rPr lang="en-US" dirty="0">
                <a:solidFill>
                  <a:schemeClr val="dk1"/>
                </a:solidFill>
                <a:latin typeface="Century Gothic" panose="020B0502020202020204" pitchFamily="34" charset="0"/>
              </a:rPr>
              <a:t> Jain</a:t>
            </a:r>
          </a:p>
          <a:p>
            <a:pPr algn="l">
              <a:spcBef>
                <a:spcPts val="640"/>
              </a:spcBef>
              <a:buClr>
                <a:schemeClr val="dk1"/>
              </a:buClr>
              <a:buSzPts val="3200"/>
            </a:pPr>
            <a:r>
              <a:rPr lang="en-US" dirty="0">
                <a:solidFill>
                  <a:schemeClr val="dk1"/>
                </a:solidFill>
                <a:latin typeface="Century Gothic" panose="020B0502020202020204" pitchFamily="34" charset="0"/>
              </a:rPr>
              <a:t>Atharva </a:t>
            </a:r>
            <a:r>
              <a:rPr lang="en-US" dirty="0" err="1">
                <a:solidFill>
                  <a:schemeClr val="dk1"/>
                </a:solidFill>
                <a:latin typeface="Century Gothic" panose="020B0502020202020204" pitchFamily="34" charset="0"/>
              </a:rPr>
              <a:t>Satam</a:t>
            </a:r>
            <a:endParaRPr lang="en-US" dirty="0">
              <a:solidFill>
                <a:schemeClr val="dk1"/>
              </a:solidFill>
              <a:latin typeface="Century Gothic" panose="020B0502020202020204" pitchFamily="34" charset="0"/>
            </a:endParaRPr>
          </a:p>
          <a:p>
            <a:pPr algn="l">
              <a:spcBef>
                <a:spcPts val="640"/>
              </a:spcBef>
              <a:buClr>
                <a:schemeClr val="dk1"/>
              </a:buClr>
              <a:buSzPts val="3200"/>
            </a:pPr>
            <a:r>
              <a:rPr lang="en-US" dirty="0">
                <a:solidFill>
                  <a:schemeClr val="dk1"/>
                </a:solidFill>
                <a:latin typeface="Century Gothic" panose="020B0502020202020204" pitchFamily="34" charset="0"/>
              </a:rPr>
              <a:t>Neha Shigvan</a:t>
            </a:r>
          </a:p>
          <a:p>
            <a:pPr algn="l">
              <a:spcBef>
                <a:spcPts val="640"/>
              </a:spcBef>
              <a:buClr>
                <a:schemeClr val="dk1"/>
              </a:buClr>
              <a:buSzPts val="3200"/>
            </a:pPr>
            <a:endParaRPr lang="en-US" dirty="0">
              <a:solidFill>
                <a:schemeClr val="dk1"/>
              </a:solidFill>
              <a:latin typeface="Century Gothic" panose="020B0502020202020204" pitchFamily="34" charset="0"/>
            </a:endParaRPr>
          </a:p>
          <a:p>
            <a:pPr algn="l">
              <a:spcBef>
                <a:spcPts val="640"/>
              </a:spcBef>
              <a:buClr>
                <a:schemeClr val="dk1"/>
              </a:buClr>
              <a:buSzPts val="3200"/>
            </a:pPr>
            <a:r>
              <a:rPr lang="en-US" b="1" dirty="0">
                <a:solidFill>
                  <a:schemeClr val="dk1"/>
                </a:solidFill>
                <a:latin typeface="Century Gothic" panose="020B0502020202020204" pitchFamily="34" charset="0"/>
              </a:rPr>
              <a:t>                                                                                           </a:t>
            </a:r>
            <a:endParaRPr lang="en-US" sz="2000" dirty="0">
              <a:solidFill>
                <a:schemeClr val="dk1"/>
              </a:solidFill>
              <a:latin typeface="Century Gothic" panose="020B0502020202020204" pitchFamily="34" charset="0"/>
            </a:endParaRPr>
          </a:p>
        </p:txBody>
      </p:sp>
    </p:spTree>
    <p:extLst>
      <p:ext uri="{BB962C8B-B14F-4D97-AF65-F5344CB8AC3E}">
        <p14:creationId xmlns:p14="http://schemas.microsoft.com/office/powerpoint/2010/main" val="4018423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475F6-DE61-40CF-AE52-1D13019A58D3}"/>
              </a:ext>
            </a:extLst>
          </p:cNvPr>
          <p:cNvSpPr>
            <a:spLocks noGrp="1"/>
          </p:cNvSpPr>
          <p:nvPr>
            <p:ph type="title"/>
          </p:nvPr>
        </p:nvSpPr>
        <p:spPr/>
        <p:txBody>
          <a:bodyPr vert="horz" lIns="91440" tIns="45720" rIns="91440" bIns="45720" rtlCol="0" anchor="ctr">
            <a:normAutofit/>
          </a:bodyPr>
          <a:lstStyle/>
          <a:p>
            <a:r>
              <a:rPr lang="en-IN" sz="4000" dirty="0">
                <a:latin typeface="Comic Sans MS" panose="030F0702030302020204" pitchFamily="66" charset="0"/>
              </a:rPr>
              <a:t>Introduction</a:t>
            </a:r>
          </a:p>
        </p:txBody>
      </p:sp>
      <p:sp>
        <p:nvSpPr>
          <p:cNvPr id="3" name="Content Placeholder 2">
            <a:extLst>
              <a:ext uri="{FF2B5EF4-FFF2-40B4-BE49-F238E27FC236}">
                <a16:creationId xmlns:a16="http://schemas.microsoft.com/office/drawing/2014/main" id="{3BAE483A-B420-4D2C-AF2B-269B575B68EF}"/>
              </a:ext>
            </a:extLst>
          </p:cNvPr>
          <p:cNvSpPr>
            <a:spLocks noGrp="1"/>
          </p:cNvSpPr>
          <p:nvPr>
            <p:ph idx="1"/>
          </p:nvPr>
        </p:nvSpPr>
        <p:spPr/>
        <p:txBody>
          <a:bodyPr>
            <a:normAutofit/>
          </a:bodyPr>
          <a:lstStyle/>
          <a:p>
            <a:pPr algn="just"/>
            <a:r>
              <a:rPr lang="en-US" sz="2400" dirty="0">
                <a:latin typeface="Century Schoolbook" panose="02040604050505020304" pitchFamily="18" charset="0"/>
              </a:rPr>
              <a:t>People use the public washroom, Cleanliness of these public washrooms is very important, according to research done the majority of germs are found in public toilets seats, and one cannot manually check each cubicle of the washroom quite a tedious task.</a:t>
            </a:r>
          </a:p>
          <a:p>
            <a:pPr algn="just"/>
            <a:r>
              <a:rPr lang="en-US" sz="2400" dirty="0">
                <a:latin typeface="Century Schoolbook" panose="02040604050505020304" pitchFamily="18" charset="0"/>
              </a:rPr>
              <a:t>An issue arises as some people use the public washrooms to smoke. </a:t>
            </a:r>
          </a:p>
          <a:p>
            <a:pPr algn="just"/>
            <a:r>
              <a:rPr lang="en-US" sz="2400" dirty="0">
                <a:latin typeface="Century Schoolbook" panose="02040604050505020304" pitchFamily="18" charset="0"/>
              </a:rPr>
              <a:t>Our team proposes a smart washroom cleanliness detector that alerts the management about things required to keep the place clean and hygienic.</a:t>
            </a:r>
          </a:p>
          <a:p>
            <a:pPr algn="just"/>
            <a:r>
              <a:rPr lang="en-US" sz="2400" dirty="0">
                <a:latin typeface="Century Schoolbook" panose="02040604050505020304" pitchFamily="18" charset="0"/>
              </a:rPr>
              <a:t>We will be using IoT as a medium through which the authority will get real-time data from sensors and act accordingly.</a:t>
            </a:r>
            <a:endParaRPr lang="en-IN" sz="2400" dirty="0">
              <a:latin typeface="Century Schoolbook" panose="02040604050505020304" pitchFamily="18" charset="0"/>
            </a:endParaRPr>
          </a:p>
        </p:txBody>
      </p:sp>
    </p:spTree>
    <p:extLst>
      <p:ext uri="{BB962C8B-B14F-4D97-AF65-F5344CB8AC3E}">
        <p14:creationId xmlns:p14="http://schemas.microsoft.com/office/powerpoint/2010/main" val="4124187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FC3032E-147E-47AD-9620-18FEFC513995}"/>
              </a:ext>
            </a:extLst>
          </p:cNvPr>
          <p:cNvSpPr>
            <a:spLocks noGrp="1"/>
          </p:cNvSpPr>
          <p:nvPr>
            <p:ph type="title"/>
          </p:nvPr>
        </p:nvSpPr>
        <p:spPr>
          <a:xfrm>
            <a:off x="838200" y="338231"/>
            <a:ext cx="10515600" cy="1325563"/>
          </a:xfrm>
        </p:spPr>
        <p:txBody>
          <a:bodyPr>
            <a:normAutofit/>
          </a:bodyPr>
          <a:lstStyle/>
          <a:p>
            <a:r>
              <a:rPr lang="en-IN" sz="4000" dirty="0">
                <a:latin typeface="Comic Sans MS" panose="030F0702030302020204" pitchFamily="66" charset="0"/>
              </a:rPr>
              <a:t>Literature Survey</a:t>
            </a:r>
          </a:p>
        </p:txBody>
      </p:sp>
      <p:graphicFrame>
        <p:nvGraphicFramePr>
          <p:cNvPr id="8" name="Table 9">
            <a:extLst>
              <a:ext uri="{FF2B5EF4-FFF2-40B4-BE49-F238E27FC236}">
                <a16:creationId xmlns:a16="http://schemas.microsoft.com/office/drawing/2014/main" id="{80B57B3B-1F51-4D85-B3A9-7D9B29D7CAD4}"/>
              </a:ext>
            </a:extLst>
          </p:cNvPr>
          <p:cNvGraphicFramePr>
            <a:graphicFrameLocks/>
          </p:cNvGraphicFramePr>
          <p:nvPr/>
        </p:nvGraphicFramePr>
        <p:xfrm>
          <a:off x="591628" y="1305016"/>
          <a:ext cx="11008743" cy="4539245"/>
        </p:xfrm>
        <a:graphic>
          <a:graphicData uri="http://schemas.openxmlformats.org/drawingml/2006/table">
            <a:tbl>
              <a:tblPr firstRow="1" bandRow="1">
                <a:tableStyleId>{5C22544A-7EE6-4342-B048-85BDC9FD1C3A}</a:tableStyleId>
              </a:tblPr>
              <a:tblGrid>
                <a:gridCol w="532660">
                  <a:extLst>
                    <a:ext uri="{9D8B030D-6E8A-4147-A177-3AD203B41FA5}">
                      <a16:colId xmlns:a16="http://schemas.microsoft.com/office/drawing/2014/main" val="10686275"/>
                    </a:ext>
                  </a:extLst>
                </a:gridCol>
                <a:gridCol w="1697030">
                  <a:extLst>
                    <a:ext uri="{9D8B030D-6E8A-4147-A177-3AD203B41FA5}">
                      <a16:colId xmlns:a16="http://schemas.microsoft.com/office/drawing/2014/main" val="568963943"/>
                    </a:ext>
                  </a:extLst>
                </a:gridCol>
                <a:gridCol w="1175692">
                  <a:extLst>
                    <a:ext uri="{9D8B030D-6E8A-4147-A177-3AD203B41FA5}">
                      <a16:colId xmlns:a16="http://schemas.microsoft.com/office/drawing/2014/main" val="3873819930"/>
                    </a:ext>
                  </a:extLst>
                </a:gridCol>
                <a:gridCol w="3595087">
                  <a:extLst>
                    <a:ext uri="{9D8B030D-6E8A-4147-A177-3AD203B41FA5}">
                      <a16:colId xmlns:a16="http://schemas.microsoft.com/office/drawing/2014/main" val="3462051292"/>
                    </a:ext>
                  </a:extLst>
                </a:gridCol>
                <a:gridCol w="4008274">
                  <a:extLst>
                    <a:ext uri="{9D8B030D-6E8A-4147-A177-3AD203B41FA5}">
                      <a16:colId xmlns:a16="http://schemas.microsoft.com/office/drawing/2014/main" val="2542990898"/>
                    </a:ext>
                  </a:extLst>
                </a:gridCol>
              </a:tblGrid>
              <a:tr h="674702">
                <a:tc>
                  <a:txBody>
                    <a:bodyPr/>
                    <a:lstStyle/>
                    <a:p>
                      <a:r>
                        <a:rPr lang="en-US" sz="1800" dirty="0">
                          <a:latin typeface="Century Schoolbook" panose="02040604050505020304" pitchFamily="18" charset="0"/>
                        </a:rPr>
                        <a:t>Sr.</a:t>
                      </a:r>
                    </a:p>
                    <a:p>
                      <a:r>
                        <a:rPr lang="en-US" sz="1800" dirty="0">
                          <a:latin typeface="Century Schoolbook" panose="02040604050505020304" pitchFamily="18" charset="0"/>
                        </a:rPr>
                        <a:t>No</a:t>
                      </a:r>
                    </a:p>
                  </a:txBody>
                  <a:tcPr/>
                </a:tc>
                <a:tc>
                  <a:txBody>
                    <a:bodyPr/>
                    <a:lstStyle/>
                    <a:p>
                      <a:pPr algn="ctr"/>
                      <a:r>
                        <a:rPr lang="en-US" sz="1800" dirty="0">
                          <a:latin typeface="Century Schoolbook" panose="02040604050505020304" pitchFamily="18" charset="0"/>
                        </a:rPr>
                        <a:t>Author</a:t>
                      </a:r>
                    </a:p>
                  </a:txBody>
                  <a:tcPr/>
                </a:tc>
                <a:tc>
                  <a:txBody>
                    <a:bodyPr/>
                    <a:lstStyle/>
                    <a:p>
                      <a:pPr algn="ctr"/>
                      <a:r>
                        <a:rPr lang="en-US" sz="1800" dirty="0">
                          <a:latin typeface="Century Schoolbook" panose="02040604050505020304" pitchFamily="18" charset="0"/>
                        </a:rPr>
                        <a:t>Year</a:t>
                      </a:r>
                    </a:p>
                  </a:txBody>
                  <a:tcPr/>
                </a:tc>
                <a:tc>
                  <a:txBody>
                    <a:bodyPr/>
                    <a:lstStyle/>
                    <a:p>
                      <a:pPr algn="ctr"/>
                      <a:r>
                        <a:rPr lang="en-US" sz="1800" dirty="0">
                          <a:latin typeface="Century Schoolbook" panose="02040604050505020304" pitchFamily="18" charset="0"/>
                        </a:rPr>
                        <a:t>Main principle/algorithm adopted by authors/Methodology</a:t>
                      </a:r>
                    </a:p>
                    <a:p>
                      <a:pPr algn="ctr"/>
                      <a:endParaRPr lang="en-US" sz="1800" dirty="0">
                        <a:latin typeface="Century Schoolbook" panose="02040604050505020304" pitchFamily="18" charset="0"/>
                      </a:endParaRPr>
                    </a:p>
                  </a:txBody>
                  <a:tcPr/>
                </a:tc>
                <a:tc>
                  <a:txBody>
                    <a:bodyPr/>
                    <a:lstStyle/>
                    <a:p>
                      <a:pPr algn="ctr"/>
                      <a:r>
                        <a:rPr lang="en-US" sz="1800" dirty="0">
                          <a:latin typeface="Century Schoolbook" panose="02040604050505020304" pitchFamily="18" charset="0"/>
                        </a:rPr>
                        <a:t>Results of proposed</a:t>
                      </a:r>
                      <a:r>
                        <a:rPr lang="en-US" sz="1800" baseline="0" dirty="0">
                          <a:latin typeface="Century Schoolbook" panose="02040604050505020304" pitchFamily="18" charset="0"/>
                        </a:rPr>
                        <a:t> work</a:t>
                      </a:r>
                      <a:endParaRPr lang="en-US" sz="1800" dirty="0">
                        <a:latin typeface="Century Schoolbook" panose="02040604050505020304" pitchFamily="18" charset="0"/>
                      </a:endParaRPr>
                    </a:p>
                  </a:txBody>
                  <a:tcPr/>
                </a:tc>
                <a:extLst>
                  <a:ext uri="{0D108BD9-81ED-4DB2-BD59-A6C34878D82A}">
                    <a16:rowId xmlns:a16="http://schemas.microsoft.com/office/drawing/2014/main" val="382173004"/>
                  </a:ext>
                </a:extLst>
              </a:tr>
              <a:tr h="901827">
                <a:tc>
                  <a:txBody>
                    <a:bodyPr/>
                    <a:lstStyle/>
                    <a:p>
                      <a:r>
                        <a:rPr lang="en-US" sz="1800" dirty="0">
                          <a:latin typeface="Century Schoolbook" panose="02040604050505020304" pitchFamily="18" charset="0"/>
                        </a:rPr>
                        <a:t>1.</a:t>
                      </a:r>
                    </a:p>
                  </a:txBody>
                  <a:tcPr/>
                </a:tc>
                <a:tc>
                  <a:txBody>
                    <a:bodyPr/>
                    <a:lstStyle/>
                    <a:p>
                      <a:pPr algn="just"/>
                      <a:r>
                        <a:rPr lang="en-US" sz="1800" dirty="0">
                          <a:latin typeface="Century Schoolbook" panose="02040604050505020304" pitchFamily="18" charset="0"/>
                        </a:rPr>
                        <a:t>Nayana Chide, Nilesh </a:t>
                      </a:r>
                      <a:r>
                        <a:rPr lang="en-US" sz="1800" dirty="0" err="1">
                          <a:latin typeface="Century Schoolbook" panose="02040604050505020304" pitchFamily="18" charset="0"/>
                        </a:rPr>
                        <a:t>Bobade</a:t>
                      </a:r>
                      <a:endParaRPr lang="en-US" sz="1800" dirty="0">
                        <a:latin typeface="Century Schoolbook" panose="02040604050505020304" pitchFamily="18" charset="0"/>
                      </a:endParaRPr>
                    </a:p>
                  </a:txBody>
                  <a:tcPr/>
                </a:tc>
                <a:tc>
                  <a:txBody>
                    <a:bodyPr/>
                    <a:lstStyle/>
                    <a:p>
                      <a:r>
                        <a:rPr lang="en-US" sz="1800" dirty="0">
                          <a:latin typeface="Century Schoolbook" panose="02040604050505020304" pitchFamily="18" charset="0"/>
                        </a:rPr>
                        <a:t>2020</a:t>
                      </a:r>
                    </a:p>
                  </a:txBody>
                  <a:tcPr/>
                </a:tc>
                <a:tc>
                  <a:txBody>
                    <a:bodyPr/>
                    <a:lstStyle/>
                    <a:p>
                      <a:pPr algn="l"/>
                      <a:r>
                        <a:rPr lang="en-US" sz="1800" dirty="0">
                          <a:latin typeface="Century Schoolbook" panose="02040604050505020304" pitchFamily="18" charset="0"/>
                        </a:rPr>
                        <a:t>Proposed a system which uses IR sensor to detect person present in the washroom, Ammonia sensor to measure </a:t>
                      </a:r>
                      <a:r>
                        <a:rPr lang="en-US" sz="1800" dirty="0" err="1">
                          <a:latin typeface="Century Schoolbook" panose="02040604050505020304" pitchFamily="18" charset="0"/>
                        </a:rPr>
                        <a:t>odour</a:t>
                      </a:r>
                      <a:r>
                        <a:rPr lang="en-US" sz="1800" dirty="0">
                          <a:latin typeface="Century Schoolbook" panose="02040604050505020304" pitchFamily="18" charset="0"/>
                        </a:rPr>
                        <a:t> in the washroom, turns on room freshener system if </a:t>
                      </a:r>
                      <a:r>
                        <a:rPr lang="en-US" sz="1800" dirty="0" err="1">
                          <a:latin typeface="Century Schoolbook" panose="02040604050505020304" pitchFamily="18" charset="0"/>
                        </a:rPr>
                        <a:t>odour</a:t>
                      </a:r>
                      <a:r>
                        <a:rPr lang="en-US" sz="1800" dirty="0">
                          <a:latin typeface="Century Schoolbook" panose="02040604050505020304" pitchFamily="18" charset="0"/>
                        </a:rPr>
                        <a:t> level increases and sends signal to receiver hub station.</a:t>
                      </a: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baseline="0" dirty="0">
                          <a:latin typeface="Century Schoolbook" panose="02040604050505020304" pitchFamily="18" charset="0"/>
                        </a:rPr>
                        <a:t>Created the awareness to the public about proper hygiene by using hardware based prototype module with internet of things. </a:t>
                      </a:r>
                    </a:p>
                  </a:txBody>
                  <a:tcPr/>
                </a:tc>
                <a:extLst>
                  <a:ext uri="{0D108BD9-81ED-4DB2-BD59-A6C34878D82A}">
                    <a16:rowId xmlns:a16="http://schemas.microsoft.com/office/drawing/2014/main" val="471452472"/>
                  </a:ext>
                </a:extLst>
              </a:tr>
              <a:tr h="1064525">
                <a:tc>
                  <a:txBody>
                    <a:bodyPr/>
                    <a:lstStyle/>
                    <a:p>
                      <a:r>
                        <a:rPr lang="en-US" sz="1800" dirty="0">
                          <a:latin typeface="Century Schoolbook" panose="02040604050505020304" pitchFamily="18" charset="0"/>
                        </a:rPr>
                        <a:t>2.</a:t>
                      </a:r>
                    </a:p>
                  </a:txBody>
                  <a:tcPr/>
                </a:tc>
                <a:tc>
                  <a:txBody>
                    <a:bodyPr/>
                    <a:lstStyle/>
                    <a:p>
                      <a:endParaRPr lang="en-US" sz="1800" dirty="0">
                        <a:latin typeface="Century Schoolbook" panose="02040604050505020304" pitchFamily="18" charset="0"/>
                      </a:endParaRPr>
                    </a:p>
                  </a:txBody>
                  <a:tcPr/>
                </a:tc>
                <a:tc>
                  <a:txBody>
                    <a:bodyPr/>
                    <a:lstStyle/>
                    <a:p>
                      <a:endParaRPr lang="en-US" sz="1800" dirty="0">
                        <a:latin typeface="Century Schoolbook" panose="02040604050505020304" pitchFamily="18" charset="0"/>
                      </a:endParaRPr>
                    </a:p>
                  </a:txBody>
                  <a:tcPr/>
                </a:tc>
                <a:tc>
                  <a:txBody>
                    <a:bodyPr/>
                    <a:lstStyle/>
                    <a:p>
                      <a:pPr algn="just"/>
                      <a:endParaRPr lang="en-US" sz="1800" dirty="0">
                        <a:latin typeface="Century Schoolbook" panose="02040604050505020304" pitchFamily="18" charset="0"/>
                      </a:endParaRPr>
                    </a:p>
                  </a:txBody>
                  <a:tcPr/>
                </a:tc>
                <a:tc>
                  <a:txBody>
                    <a:bodyPr/>
                    <a:lstStyle/>
                    <a:p>
                      <a:pPr algn="just"/>
                      <a:endParaRPr lang="en-US" sz="1800" dirty="0">
                        <a:latin typeface="Century Schoolbook" panose="02040604050505020304" pitchFamily="18" charset="0"/>
                      </a:endParaRPr>
                    </a:p>
                  </a:txBody>
                  <a:tcPr/>
                </a:tc>
                <a:extLst>
                  <a:ext uri="{0D108BD9-81ED-4DB2-BD59-A6C34878D82A}">
                    <a16:rowId xmlns:a16="http://schemas.microsoft.com/office/drawing/2014/main" val="3933577358"/>
                  </a:ext>
                </a:extLst>
              </a:tr>
            </a:tbl>
          </a:graphicData>
        </a:graphic>
      </p:graphicFrame>
    </p:spTree>
    <p:extLst>
      <p:ext uri="{BB962C8B-B14F-4D97-AF65-F5344CB8AC3E}">
        <p14:creationId xmlns:p14="http://schemas.microsoft.com/office/powerpoint/2010/main" val="3398162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9B87E-2DFE-429F-869D-9743B81CCD96}"/>
              </a:ext>
            </a:extLst>
          </p:cNvPr>
          <p:cNvSpPr>
            <a:spLocks noGrp="1"/>
          </p:cNvSpPr>
          <p:nvPr>
            <p:ph type="title"/>
          </p:nvPr>
        </p:nvSpPr>
        <p:spPr/>
        <p:txBody>
          <a:bodyPr vert="horz" lIns="91440" tIns="45720" rIns="91440" bIns="45720" rtlCol="0" anchor="ctr">
            <a:normAutofit/>
          </a:bodyPr>
          <a:lstStyle/>
          <a:p>
            <a:r>
              <a:rPr lang="en-IN" sz="4000" dirty="0">
                <a:latin typeface="Comic Sans MS" panose="030F0702030302020204" pitchFamily="66" charset="0"/>
              </a:rPr>
              <a:t>Objective</a:t>
            </a:r>
          </a:p>
        </p:txBody>
      </p:sp>
      <p:sp>
        <p:nvSpPr>
          <p:cNvPr id="3" name="Content Placeholder 2">
            <a:extLst>
              <a:ext uri="{FF2B5EF4-FFF2-40B4-BE49-F238E27FC236}">
                <a16:creationId xmlns:a16="http://schemas.microsoft.com/office/drawing/2014/main" id="{2A0EC177-59DA-4C26-BA7F-C92CC1E59237}"/>
              </a:ext>
            </a:extLst>
          </p:cNvPr>
          <p:cNvSpPr>
            <a:spLocks noGrp="1"/>
          </p:cNvSpPr>
          <p:nvPr>
            <p:ph idx="1"/>
          </p:nvPr>
        </p:nvSpPr>
        <p:spPr/>
        <p:txBody>
          <a:bodyPr>
            <a:normAutofit/>
          </a:bodyPr>
          <a:lstStyle/>
          <a:p>
            <a:pPr algn="just"/>
            <a:r>
              <a:rPr lang="en-US" sz="2400" dirty="0">
                <a:latin typeface="Century Schoolbook" panose="02040604050505020304" pitchFamily="18" charset="0"/>
              </a:rPr>
              <a:t>To detect which washroom is being used frequently.	</a:t>
            </a:r>
          </a:p>
          <a:p>
            <a:pPr algn="just"/>
            <a:r>
              <a:rPr lang="en-US" sz="2400" dirty="0">
                <a:latin typeface="Century Schoolbook" panose="02040604050505020304" pitchFamily="18" charset="0"/>
              </a:rPr>
              <a:t>To check the availability of equipment required in public washrooms.</a:t>
            </a:r>
          </a:p>
          <a:p>
            <a:pPr algn="just"/>
            <a:r>
              <a:rPr lang="en-US" sz="2400" dirty="0">
                <a:latin typeface="Century Schoolbook" panose="02040604050505020304" pitchFamily="18" charset="0"/>
              </a:rPr>
              <a:t>To Display the equipment availability readings to authorize users through the website.</a:t>
            </a:r>
          </a:p>
          <a:p>
            <a:pPr algn="just"/>
            <a:r>
              <a:rPr lang="en-US" sz="2400" dirty="0">
                <a:latin typeface="Century Schoolbook" panose="02040604050505020304" pitchFamily="18" charset="0"/>
              </a:rPr>
              <a:t>To notify the working staff regarding the need for requirements.</a:t>
            </a:r>
          </a:p>
          <a:p>
            <a:pPr algn="just"/>
            <a:r>
              <a:rPr lang="en-US" sz="2400" dirty="0">
                <a:latin typeface="Century Schoolbook" panose="02040604050505020304" pitchFamily="18" charset="0"/>
              </a:rPr>
              <a:t>To Alert the working staff as soon as smoke or fire is detected.</a:t>
            </a:r>
            <a:endParaRPr lang="en-IN" sz="2400" dirty="0">
              <a:latin typeface="Century Schoolbook" panose="02040604050505020304" pitchFamily="18" charset="0"/>
            </a:endParaRPr>
          </a:p>
        </p:txBody>
      </p:sp>
    </p:spTree>
    <p:extLst>
      <p:ext uri="{BB962C8B-B14F-4D97-AF65-F5344CB8AC3E}">
        <p14:creationId xmlns:p14="http://schemas.microsoft.com/office/powerpoint/2010/main" val="405714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6B711-5FB6-4C46-A111-BED21C8622CE}"/>
              </a:ext>
            </a:extLst>
          </p:cNvPr>
          <p:cNvSpPr>
            <a:spLocks noGrp="1"/>
          </p:cNvSpPr>
          <p:nvPr>
            <p:ph type="title"/>
          </p:nvPr>
        </p:nvSpPr>
        <p:spPr/>
        <p:txBody>
          <a:bodyPr vert="horz" lIns="91440" tIns="45720" rIns="91440" bIns="45720" rtlCol="0" anchor="ctr">
            <a:normAutofit/>
          </a:bodyPr>
          <a:lstStyle/>
          <a:p>
            <a:r>
              <a:rPr lang="en-IN" sz="4000" dirty="0">
                <a:latin typeface="Comic Sans MS" panose="030F0702030302020204" pitchFamily="66" charset="0"/>
              </a:rPr>
              <a:t>Working principle</a:t>
            </a:r>
          </a:p>
        </p:txBody>
      </p:sp>
      <p:sp>
        <p:nvSpPr>
          <p:cNvPr id="3" name="Content Placeholder 2">
            <a:extLst>
              <a:ext uri="{FF2B5EF4-FFF2-40B4-BE49-F238E27FC236}">
                <a16:creationId xmlns:a16="http://schemas.microsoft.com/office/drawing/2014/main" id="{CF3E3FC3-F1DE-4B01-A0B6-0982A30FB8A2}"/>
              </a:ext>
            </a:extLst>
          </p:cNvPr>
          <p:cNvSpPr>
            <a:spLocks noGrp="1"/>
          </p:cNvSpPr>
          <p:nvPr>
            <p:ph idx="1"/>
          </p:nvPr>
        </p:nvSpPr>
        <p:spPr/>
        <p:txBody>
          <a:bodyPr>
            <a:normAutofit/>
          </a:bodyPr>
          <a:lstStyle/>
          <a:p>
            <a:pPr algn="just"/>
            <a:r>
              <a:rPr lang="en-US" sz="2400" dirty="0">
                <a:latin typeface="Century Schoolbook" panose="02040604050505020304" pitchFamily="18" charset="0"/>
              </a:rPr>
              <a:t>Ultrasonic sensor notifies the authority whether the dustbin placed in all washrooms is full or not.</a:t>
            </a:r>
          </a:p>
          <a:p>
            <a:pPr algn="just"/>
            <a:r>
              <a:rPr lang="en-US" sz="2400" dirty="0">
                <a:latin typeface="Century Schoolbook" panose="02040604050505020304" pitchFamily="18" charset="0"/>
              </a:rPr>
              <a:t>MQ135 sensor provides us with the concentration of ammonia in ppm.</a:t>
            </a:r>
          </a:p>
          <a:p>
            <a:pPr algn="just"/>
            <a:r>
              <a:rPr lang="en-US" sz="2400" dirty="0">
                <a:latin typeface="Century Schoolbook" panose="02040604050505020304" pitchFamily="18" charset="0"/>
              </a:rPr>
              <a:t>MQ 2 sensor alerts the working staff on an urgent basis if there is smoke or fire detected</a:t>
            </a:r>
          </a:p>
          <a:p>
            <a:pPr algn="just"/>
            <a:r>
              <a:rPr lang="en-US" sz="2400" dirty="0">
                <a:latin typeface="Century Schoolbook" panose="02040604050505020304" pitchFamily="18" charset="0"/>
              </a:rPr>
              <a:t>ESP-32 interconnects sensors to the website.</a:t>
            </a:r>
          </a:p>
          <a:p>
            <a:pPr algn="just"/>
            <a:r>
              <a:rPr lang="en-US" sz="2400" dirty="0">
                <a:latin typeface="Century Schoolbook" panose="02040604050505020304" pitchFamily="18" charset="0"/>
              </a:rPr>
              <a:t>Magnetic float sensor The float rides on the process liquid surface, precisely tracking liquid surface motion.</a:t>
            </a:r>
          </a:p>
          <a:p>
            <a:pPr algn="just"/>
            <a:r>
              <a:rPr lang="en-US" sz="2400" dirty="0">
                <a:latin typeface="Century Schoolbook" panose="02040604050505020304" pitchFamily="18" charset="0"/>
              </a:rPr>
              <a:t>IR Proximity sensor notifies cubicle vacancy through detection of the obstacles. </a:t>
            </a:r>
            <a:endParaRPr lang="en-IN" sz="2400" dirty="0">
              <a:latin typeface="Century Schoolbook" panose="02040604050505020304" pitchFamily="18" charset="0"/>
            </a:endParaRPr>
          </a:p>
        </p:txBody>
      </p:sp>
    </p:spTree>
    <p:extLst>
      <p:ext uri="{BB962C8B-B14F-4D97-AF65-F5344CB8AC3E}">
        <p14:creationId xmlns:p14="http://schemas.microsoft.com/office/powerpoint/2010/main" val="1071002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0B749-E990-47EF-9CE5-F741612DBCAF}"/>
              </a:ext>
            </a:extLst>
          </p:cNvPr>
          <p:cNvSpPr>
            <a:spLocks noGrp="1"/>
          </p:cNvSpPr>
          <p:nvPr>
            <p:ph type="title"/>
          </p:nvPr>
        </p:nvSpPr>
        <p:spPr/>
        <p:txBody>
          <a:bodyPr vert="horz" lIns="91440" tIns="45720" rIns="91440" bIns="45720" rtlCol="0" anchor="ctr">
            <a:normAutofit/>
          </a:bodyPr>
          <a:lstStyle/>
          <a:p>
            <a:r>
              <a:rPr lang="en-IN" sz="4000" dirty="0">
                <a:latin typeface="Comic Sans MS" panose="030F0702030302020204" pitchFamily="66" charset="0"/>
              </a:rPr>
              <a:t>Block diagram 1</a:t>
            </a:r>
          </a:p>
        </p:txBody>
      </p:sp>
      <p:grpSp>
        <p:nvGrpSpPr>
          <p:cNvPr id="10" name="Group 9">
            <a:extLst>
              <a:ext uri="{FF2B5EF4-FFF2-40B4-BE49-F238E27FC236}">
                <a16:creationId xmlns:a16="http://schemas.microsoft.com/office/drawing/2014/main" id="{A00BAC36-4CCC-4F2A-83AF-DD3A360E2C57}"/>
              </a:ext>
            </a:extLst>
          </p:cNvPr>
          <p:cNvGrpSpPr/>
          <p:nvPr/>
        </p:nvGrpSpPr>
        <p:grpSpPr>
          <a:xfrm>
            <a:off x="838200" y="1393031"/>
            <a:ext cx="9987021" cy="5464969"/>
            <a:chOff x="514724" y="1027906"/>
            <a:chExt cx="9987021" cy="5464969"/>
          </a:xfrm>
        </p:grpSpPr>
        <p:graphicFrame>
          <p:nvGraphicFramePr>
            <p:cNvPr id="3" name="Diagram 2">
              <a:extLst>
                <a:ext uri="{FF2B5EF4-FFF2-40B4-BE49-F238E27FC236}">
                  <a16:creationId xmlns:a16="http://schemas.microsoft.com/office/drawing/2014/main" id="{271E561C-05F8-43F9-8B08-1347C2B9C4F6}"/>
                </a:ext>
              </a:extLst>
            </p:cNvPr>
            <p:cNvGraphicFramePr/>
            <p:nvPr>
              <p:extLst>
                <p:ext uri="{D42A27DB-BD31-4B8C-83A1-F6EECF244321}">
                  <p14:modId xmlns:p14="http://schemas.microsoft.com/office/powerpoint/2010/main" val="351196722"/>
                </p:ext>
              </p:extLst>
            </p:nvPr>
          </p:nvGraphicFramePr>
          <p:xfrm>
            <a:off x="3349269" y="1027906"/>
            <a:ext cx="6152776" cy="4435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61B8610E-45E5-4557-B306-A2EA163EA061}"/>
                </a:ext>
              </a:extLst>
            </p:cNvPr>
            <p:cNvGraphicFramePr/>
            <p:nvPr>
              <p:extLst>
                <p:ext uri="{D42A27DB-BD31-4B8C-83A1-F6EECF244321}">
                  <p14:modId xmlns:p14="http://schemas.microsoft.com/office/powerpoint/2010/main" val="2659698565"/>
                </p:ext>
              </p:extLst>
            </p:nvPr>
          </p:nvGraphicFramePr>
          <p:xfrm>
            <a:off x="514724" y="2933887"/>
            <a:ext cx="4942541" cy="355898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9" name="Diagram 8">
              <a:extLst>
                <a:ext uri="{FF2B5EF4-FFF2-40B4-BE49-F238E27FC236}">
                  <a16:creationId xmlns:a16="http://schemas.microsoft.com/office/drawing/2014/main" id="{90310DAF-4225-40E7-A1AA-6BC446B57CD8}"/>
                </a:ext>
              </a:extLst>
            </p:cNvPr>
            <p:cNvGraphicFramePr/>
            <p:nvPr>
              <p:extLst>
                <p:ext uri="{D42A27DB-BD31-4B8C-83A1-F6EECF244321}">
                  <p14:modId xmlns:p14="http://schemas.microsoft.com/office/powerpoint/2010/main" val="226552980"/>
                </p:ext>
              </p:extLst>
            </p:nvPr>
          </p:nvGraphicFramePr>
          <p:xfrm>
            <a:off x="7367969" y="4137892"/>
            <a:ext cx="3133776" cy="169220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pSp>
    </p:spTree>
    <p:extLst>
      <p:ext uri="{BB962C8B-B14F-4D97-AF65-F5344CB8AC3E}">
        <p14:creationId xmlns:p14="http://schemas.microsoft.com/office/powerpoint/2010/main" val="2373052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46551-34A4-4047-97CA-8C7131CFE4FB}"/>
              </a:ext>
            </a:extLst>
          </p:cNvPr>
          <p:cNvSpPr>
            <a:spLocks noGrp="1"/>
          </p:cNvSpPr>
          <p:nvPr>
            <p:ph type="title"/>
          </p:nvPr>
        </p:nvSpPr>
        <p:spPr/>
        <p:txBody>
          <a:bodyPr>
            <a:normAutofit/>
          </a:bodyPr>
          <a:lstStyle/>
          <a:p>
            <a:r>
              <a:rPr lang="en-IN" sz="4000" dirty="0">
                <a:latin typeface="Comic Sans MS" panose="030F0702030302020204" pitchFamily="66" charset="0"/>
              </a:rPr>
              <a:t>Block diagram 2</a:t>
            </a:r>
            <a:endParaRPr lang="en-IN" sz="4000" dirty="0"/>
          </a:p>
        </p:txBody>
      </p:sp>
      <p:grpSp>
        <p:nvGrpSpPr>
          <p:cNvPr id="3" name="Group 2">
            <a:extLst>
              <a:ext uri="{FF2B5EF4-FFF2-40B4-BE49-F238E27FC236}">
                <a16:creationId xmlns:a16="http://schemas.microsoft.com/office/drawing/2014/main" id="{80365A76-37FE-49C2-BD0C-AC139B6DF57B}"/>
              </a:ext>
            </a:extLst>
          </p:cNvPr>
          <p:cNvGrpSpPr/>
          <p:nvPr/>
        </p:nvGrpSpPr>
        <p:grpSpPr>
          <a:xfrm>
            <a:off x="787230" y="1859467"/>
            <a:ext cx="9987021" cy="5464969"/>
            <a:chOff x="514724" y="1027906"/>
            <a:chExt cx="9987021" cy="5464969"/>
          </a:xfrm>
        </p:grpSpPr>
        <p:graphicFrame>
          <p:nvGraphicFramePr>
            <p:cNvPr id="4" name="Diagram 3">
              <a:extLst>
                <a:ext uri="{FF2B5EF4-FFF2-40B4-BE49-F238E27FC236}">
                  <a16:creationId xmlns:a16="http://schemas.microsoft.com/office/drawing/2014/main" id="{36A628D7-8867-4464-95A8-89C6F8EF8A64}"/>
                </a:ext>
              </a:extLst>
            </p:cNvPr>
            <p:cNvGraphicFramePr/>
            <p:nvPr>
              <p:extLst>
                <p:ext uri="{D42A27DB-BD31-4B8C-83A1-F6EECF244321}">
                  <p14:modId xmlns:p14="http://schemas.microsoft.com/office/powerpoint/2010/main" val="2721053928"/>
                </p:ext>
              </p:extLst>
            </p:nvPr>
          </p:nvGraphicFramePr>
          <p:xfrm>
            <a:off x="3349269" y="1027906"/>
            <a:ext cx="6152776" cy="4435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B57DEA67-C3A0-441A-ABAD-1E8DFF24B0CF}"/>
                </a:ext>
              </a:extLst>
            </p:cNvPr>
            <p:cNvGraphicFramePr/>
            <p:nvPr>
              <p:extLst>
                <p:ext uri="{D42A27DB-BD31-4B8C-83A1-F6EECF244321}">
                  <p14:modId xmlns:p14="http://schemas.microsoft.com/office/powerpoint/2010/main" val="2222557865"/>
                </p:ext>
              </p:extLst>
            </p:nvPr>
          </p:nvGraphicFramePr>
          <p:xfrm>
            <a:off x="514724" y="2933887"/>
            <a:ext cx="4942541" cy="355898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6" name="Diagram 5">
              <a:extLst>
                <a:ext uri="{FF2B5EF4-FFF2-40B4-BE49-F238E27FC236}">
                  <a16:creationId xmlns:a16="http://schemas.microsoft.com/office/drawing/2014/main" id="{8437F113-B347-48C7-8DC2-820E3132AA33}"/>
                </a:ext>
              </a:extLst>
            </p:cNvPr>
            <p:cNvGraphicFramePr/>
            <p:nvPr>
              <p:extLst>
                <p:ext uri="{D42A27DB-BD31-4B8C-83A1-F6EECF244321}">
                  <p14:modId xmlns:p14="http://schemas.microsoft.com/office/powerpoint/2010/main" val="726059716"/>
                </p:ext>
              </p:extLst>
            </p:nvPr>
          </p:nvGraphicFramePr>
          <p:xfrm>
            <a:off x="7367969" y="4137892"/>
            <a:ext cx="3133776" cy="169220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pSp>
    </p:spTree>
    <p:extLst>
      <p:ext uri="{BB962C8B-B14F-4D97-AF65-F5344CB8AC3E}">
        <p14:creationId xmlns:p14="http://schemas.microsoft.com/office/powerpoint/2010/main" val="3543031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0D5F2-1B0B-4B3E-9762-4908C69844F8}"/>
              </a:ext>
            </a:extLst>
          </p:cNvPr>
          <p:cNvSpPr>
            <a:spLocks noGrp="1"/>
          </p:cNvSpPr>
          <p:nvPr>
            <p:ph type="title"/>
          </p:nvPr>
        </p:nvSpPr>
        <p:spPr/>
        <p:txBody>
          <a:bodyPr vert="horz" lIns="91440" tIns="45720" rIns="91440" bIns="45720" rtlCol="0" anchor="ctr">
            <a:normAutofit/>
          </a:bodyPr>
          <a:lstStyle/>
          <a:p>
            <a:r>
              <a:rPr lang="en-IN" sz="4000" dirty="0">
                <a:latin typeface="Comic Sans MS" panose="030F0702030302020204" pitchFamily="66" charset="0"/>
              </a:rPr>
              <a:t>Flowchart</a:t>
            </a:r>
          </a:p>
        </p:txBody>
      </p:sp>
      <p:grpSp>
        <p:nvGrpSpPr>
          <p:cNvPr id="15" name="Group 14">
            <a:extLst>
              <a:ext uri="{FF2B5EF4-FFF2-40B4-BE49-F238E27FC236}">
                <a16:creationId xmlns:a16="http://schemas.microsoft.com/office/drawing/2014/main" id="{BB7376E9-43B5-443B-A638-4EA2C6C75386}"/>
              </a:ext>
            </a:extLst>
          </p:cNvPr>
          <p:cNvGrpSpPr/>
          <p:nvPr/>
        </p:nvGrpSpPr>
        <p:grpSpPr>
          <a:xfrm>
            <a:off x="1880905" y="1080490"/>
            <a:ext cx="10149965" cy="5729449"/>
            <a:chOff x="1880905" y="1080490"/>
            <a:chExt cx="10149965" cy="5729449"/>
          </a:xfrm>
        </p:grpSpPr>
        <p:graphicFrame>
          <p:nvGraphicFramePr>
            <p:cNvPr id="3" name="Diagram 2">
              <a:extLst>
                <a:ext uri="{FF2B5EF4-FFF2-40B4-BE49-F238E27FC236}">
                  <a16:creationId xmlns:a16="http://schemas.microsoft.com/office/drawing/2014/main" id="{28610BF8-2A5B-4CBF-8AF8-D488738EED34}"/>
                </a:ext>
              </a:extLst>
            </p:cNvPr>
            <p:cNvGraphicFramePr/>
            <p:nvPr>
              <p:extLst>
                <p:ext uri="{D42A27DB-BD31-4B8C-83A1-F6EECF244321}">
                  <p14:modId xmlns:p14="http://schemas.microsoft.com/office/powerpoint/2010/main" val="1941321993"/>
                </p:ext>
              </p:extLst>
            </p:nvPr>
          </p:nvGraphicFramePr>
          <p:xfrm>
            <a:off x="6151558" y="3232644"/>
            <a:ext cx="1662953" cy="15276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FFA4B34D-BDFF-4C42-B0AB-F4657C22E377}"/>
                </a:ext>
              </a:extLst>
            </p:cNvPr>
            <p:cNvGraphicFramePr/>
            <p:nvPr>
              <p:extLst>
                <p:ext uri="{D42A27DB-BD31-4B8C-83A1-F6EECF244321}">
                  <p14:modId xmlns:p14="http://schemas.microsoft.com/office/powerpoint/2010/main" val="1279056371"/>
                </p:ext>
              </p:extLst>
            </p:nvPr>
          </p:nvGraphicFramePr>
          <p:xfrm>
            <a:off x="2326900" y="1080490"/>
            <a:ext cx="4445375" cy="256977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7" name="Diagram 6">
              <a:extLst>
                <a:ext uri="{FF2B5EF4-FFF2-40B4-BE49-F238E27FC236}">
                  <a16:creationId xmlns:a16="http://schemas.microsoft.com/office/drawing/2014/main" id="{AF878759-979F-4DA7-B44D-72CEB4A7E4B2}"/>
                </a:ext>
              </a:extLst>
            </p:cNvPr>
            <p:cNvGraphicFramePr/>
            <p:nvPr>
              <p:extLst>
                <p:ext uri="{D42A27DB-BD31-4B8C-83A1-F6EECF244321}">
                  <p14:modId xmlns:p14="http://schemas.microsoft.com/office/powerpoint/2010/main" val="643556234"/>
                </p:ext>
              </p:extLst>
            </p:nvPr>
          </p:nvGraphicFramePr>
          <p:xfrm>
            <a:off x="1880905" y="4244607"/>
            <a:ext cx="5348570" cy="256533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8" name="Diagram 7">
              <a:extLst>
                <a:ext uri="{FF2B5EF4-FFF2-40B4-BE49-F238E27FC236}">
                  <a16:creationId xmlns:a16="http://schemas.microsoft.com/office/drawing/2014/main" id="{D427F715-2ADB-4262-8B08-5278FD327889}"/>
                </a:ext>
              </a:extLst>
            </p:cNvPr>
            <p:cNvGraphicFramePr/>
            <p:nvPr>
              <p:extLst>
                <p:ext uri="{D42A27DB-BD31-4B8C-83A1-F6EECF244321}">
                  <p14:modId xmlns:p14="http://schemas.microsoft.com/office/powerpoint/2010/main" val="1165951422"/>
                </p:ext>
              </p:extLst>
            </p:nvPr>
          </p:nvGraphicFramePr>
          <p:xfrm>
            <a:off x="8229224" y="3257550"/>
            <a:ext cx="1790700" cy="1527636"/>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9" name="Diagram 8">
              <a:extLst>
                <a:ext uri="{FF2B5EF4-FFF2-40B4-BE49-F238E27FC236}">
                  <a16:creationId xmlns:a16="http://schemas.microsoft.com/office/drawing/2014/main" id="{4B93ACCF-2C26-4086-BEA1-198443AA1176}"/>
                </a:ext>
              </a:extLst>
            </p:cNvPr>
            <p:cNvGraphicFramePr/>
            <p:nvPr>
              <p:extLst>
                <p:ext uri="{D42A27DB-BD31-4B8C-83A1-F6EECF244321}">
                  <p14:modId xmlns:p14="http://schemas.microsoft.com/office/powerpoint/2010/main" val="511637183"/>
                </p:ext>
              </p:extLst>
            </p:nvPr>
          </p:nvGraphicFramePr>
          <p:xfrm>
            <a:off x="10367917" y="3257550"/>
            <a:ext cx="1662953" cy="1527636"/>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sp>
          <p:nvSpPr>
            <p:cNvPr id="10" name="Plus Sign 9">
              <a:extLst>
                <a:ext uri="{FF2B5EF4-FFF2-40B4-BE49-F238E27FC236}">
                  <a16:creationId xmlns:a16="http://schemas.microsoft.com/office/drawing/2014/main" id="{946B8EEC-743D-4B67-BE01-275FC86088F9}"/>
                </a:ext>
              </a:extLst>
            </p:cNvPr>
            <p:cNvSpPr/>
            <p:nvPr/>
          </p:nvSpPr>
          <p:spPr>
            <a:xfrm>
              <a:off x="4171294" y="3633028"/>
              <a:ext cx="702892" cy="611579"/>
            </a:xfrm>
            <a:prstGeom prst="mathPlu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dirty="0"/>
            </a:p>
          </p:txBody>
        </p:sp>
        <p:sp>
          <p:nvSpPr>
            <p:cNvPr id="12" name="Arrow: Right 11">
              <a:extLst>
                <a:ext uri="{FF2B5EF4-FFF2-40B4-BE49-F238E27FC236}">
                  <a16:creationId xmlns:a16="http://schemas.microsoft.com/office/drawing/2014/main" id="{75C64DC8-2A84-49E3-A34E-6D4CAF413441}"/>
                </a:ext>
              </a:extLst>
            </p:cNvPr>
            <p:cNvSpPr/>
            <p:nvPr/>
          </p:nvSpPr>
          <p:spPr>
            <a:xfrm>
              <a:off x="5324475" y="3674383"/>
              <a:ext cx="702892" cy="54610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13" name="Arrow: Right 12">
              <a:extLst>
                <a:ext uri="{FF2B5EF4-FFF2-40B4-BE49-F238E27FC236}">
                  <a16:creationId xmlns:a16="http://schemas.microsoft.com/office/drawing/2014/main" id="{37610131-1CB7-49A7-919A-EC0ED2625D36}"/>
                </a:ext>
              </a:extLst>
            </p:cNvPr>
            <p:cNvSpPr/>
            <p:nvPr/>
          </p:nvSpPr>
          <p:spPr>
            <a:xfrm>
              <a:off x="9884610" y="3748318"/>
              <a:ext cx="569077" cy="496289"/>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14" name="Arrow: Right 13">
              <a:extLst>
                <a:ext uri="{FF2B5EF4-FFF2-40B4-BE49-F238E27FC236}">
                  <a16:creationId xmlns:a16="http://schemas.microsoft.com/office/drawing/2014/main" id="{C3921861-DD89-4A36-ACE9-A1936E4D926F}"/>
                </a:ext>
              </a:extLst>
            </p:cNvPr>
            <p:cNvSpPr/>
            <p:nvPr/>
          </p:nvSpPr>
          <p:spPr>
            <a:xfrm>
              <a:off x="7753365" y="3724194"/>
              <a:ext cx="603725" cy="496289"/>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grpSp>
    </p:spTree>
    <p:extLst>
      <p:ext uri="{BB962C8B-B14F-4D97-AF65-F5344CB8AC3E}">
        <p14:creationId xmlns:p14="http://schemas.microsoft.com/office/powerpoint/2010/main" val="2346032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420F4-82FC-4DDB-8A73-A1A52420C990}"/>
              </a:ext>
            </a:extLst>
          </p:cNvPr>
          <p:cNvSpPr>
            <a:spLocks noGrp="1"/>
          </p:cNvSpPr>
          <p:nvPr>
            <p:ph type="title"/>
          </p:nvPr>
        </p:nvSpPr>
        <p:spPr/>
        <p:txBody>
          <a:bodyPr vert="horz" lIns="91440" tIns="45720" rIns="91440" bIns="45720" rtlCol="0" anchor="ctr">
            <a:normAutofit/>
          </a:bodyPr>
          <a:lstStyle/>
          <a:p>
            <a:r>
              <a:rPr lang="en-IN" sz="4000" dirty="0">
                <a:latin typeface="Comic Sans MS" panose="030F0702030302020204" pitchFamily="66" charset="0"/>
              </a:rPr>
              <a:t>Hardware Specifications</a:t>
            </a:r>
          </a:p>
        </p:txBody>
      </p:sp>
      <p:graphicFrame>
        <p:nvGraphicFramePr>
          <p:cNvPr id="3" name="Table 9">
            <a:extLst>
              <a:ext uri="{FF2B5EF4-FFF2-40B4-BE49-F238E27FC236}">
                <a16:creationId xmlns:a16="http://schemas.microsoft.com/office/drawing/2014/main" id="{0FEA9F01-0759-4C12-B79C-CFA6B39E4384}"/>
              </a:ext>
            </a:extLst>
          </p:cNvPr>
          <p:cNvGraphicFramePr>
            <a:graphicFrameLocks/>
          </p:cNvGraphicFramePr>
          <p:nvPr>
            <p:extLst>
              <p:ext uri="{D42A27DB-BD31-4B8C-83A1-F6EECF244321}">
                <p14:modId xmlns:p14="http://schemas.microsoft.com/office/powerpoint/2010/main" val="3568105485"/>
              </p:ext>
            </p:extLst>
          </p:nvPr>
        </p:nvGraphicFramePr>
        <p:xfrm>
          <a:off x="717176" y="1430711"/>
          <a:ext cx="11053483" cy="5334000"/>
        </p:xfrm>
        <a:graphic>
          <a:graphicData uri="http://schemas.openxmlformats.org/drawingml/2006/table">
            <a:tbl>
              <a:tblPr firstRow="1" bandRow="1">
                <a:tableStyleId>{5C22544A-7EE6-4342-B048-85BDC9FD1C3A}</a:tableStyleId>
              </a:tblPr>
              <a:tblGrid>
                <a:gridCol w="802757">
                  <a:extLst>
                    <a:ext uri="{9D8B030D-6E8A-4147-A177-3AD203B41FA5}">
                      <a16:colId xmlns:a16="http://schemas.microsoft.com/office/drawing/2014/main" val="10686275"/>
                    </a:ext>
                  </a:extLst>
                </a:gridCol>
                <a:gridCol w="3903714">
                  <a:extLst>
                    <a:ext uri="{9D8B030D-6E8A-4147-A177-3AD203B41FA5}">
                      <a16:colId xmlns:a16="http://schemas.microsoft.com/office/drawing/2014/main" val="568963943"/>
                    </a:ext>
                  </a:extLst>
                </a:gridCol>
                <a:gridCol w="6347012">
                  <a:extLst>
                    <a:ext uri="{9D8B030D-6E8A-4147-A177-3AD203B41FA5}">
                      <a16:colId xmlns:a16="http://schemas.microsoft.com/office/drawing/2014/main" val="3873819930"/>
                    </a:ext>
                  </a:extLst>
                </a:gridCol>
              </a:tblGrid>
              <a:tr h="489167">
                <a:tc>
                  <a:txBody>
                    <a:bodyPr/>
                    <a:lstStyle/>
                    <a:p>
                      <a:pPr algn="ctr"/>
                      <a:r>
                        <a:rPr lang="en-US" sz="1600" dirty="0"/>
                        <a:t>Sr.</a:t>
                      </a:r>
                    </a:p>
                    <a:p>
                      <a:pPr algn="ctr"/>
                      <a:r>
                        <a:rPr lang="en-US" sz="1600" dirty="0"/>
                        <a:t>No</a:t>
                      </a:r>
                      <a:endParaRPr lang="en-US" sz="1600" dirty="0">
                        <a:latin typeface="Century Gothic" panose="020B0502020202020204" pitchFamily="34" charset="0"/>
                      </a:endParaRPr>
                    </a:p>
                  </a:txBody>
                  <a:tcPr anchor="ctr"/>
                </a:tc>
                <a:tc>
                  <a:txBody>
                    <a:bodyPr/>
                    <a:lstStyle/>
                    <a:p>
                      <a:pPr algn="ctr"/>
                      <a:r>
                        <a:rPr lang="en-US" sz="2000" dirty="0"/>
                        <a:t>Name</a:t>
                      </a:r>
                      <a:endParaRPr lang="en-US" sz="2000" dirty="0">
                        <a:latin typeface="Century Gothic" panose="020B0502020202020204" pitchFamily="34" charset="0"/>
                      </a:endParaRPr>
                    </a:p>
                  </a:txBody>
                  <a:tcPr anchor="ctr"/>
                </a:tc>
                <a:tc>
                  <a:txBody>
                    <a:bodyPr/>
                    <a:lstStyle/>
                    <a:p>
                      <a:pPr algn="ctr"/>
                      <a:r>
                        <a:rPr lang="en-US" sz="2000" dirty="0"/>
                        <a:t>Model/Specifications</a:t>
                      </a:r>
                      <a:endParaRPr lang="en-US" sz="2000" dirty="0">
                        <a:latin typeface="Century Gothic" panose="020B0502020202020204" pitchFamily="34" charset="0"/>
                      </a:endParaRPr>
                    </a:p>
                  </a:txBody>
                  <a:tcPr anchor="ctr"/>
                </a:tc>
                <a:extLst>
                  <a:ext uri="{0D108BD9-81ED-4DB2-BD59-A6C34878D82A}">
                    <a16:rowId xmlns:a16="http://schemas.microsoft.com/office/drawing/2014/main" val="382173004"/>
                  </a:ext>
                </a:extLst>
              </a:tr>
              <a:tr h="1080000">
                <a:tc>
                  <a:txBody>
                    <a:bodyPr/>
                    <a:lstStyle/>
                    <a:p>
                      <a:pPr algn="ctr"/>
                      <a:r>
                        <a:rPr lang="en-US" sz="1800" dirty="0">
                          <a:latin typeface="Century Gothic" panose="020B0502020202020204" pitchFamily="34" charset="0"/>
                        </a:rPr>
                        <a:t>1.</a:t>
                      </a:r>
                    </a:p>
                  </a:txBody>
                  <a:tcPr anchor="ctr"/>
                </a:tc>
                <a:tc>
                  <a:txBody>
                    <a:bodyPr/>
                    <a:lstStyle/>
                    <a:p>
                      <a:r>
                        <a:rPr lang="en-US" sz="1800" dirty="0">
                          <a:latin typeface="Century Gothic" panose="020B0502020202020204" pitchFamily="34" charset="0"/>
                        </a:rPr>
                        <a:t>ESP-32</a:t>
                      </a:r>
                    </a:p>
                  </a:txBody>
                  <a:tcPr anchor="ctr"/>
                </a:tc>
                <a:tc>
                  <a:txBody>
                    <a:bodyPr/>
                    <a:lstStyle/>
                    <a:p>
                      <a:r>
                        <a:rPr lang="en-US" sz="1800" dirty="0">
                          <a:latin typeface="Century Gothic" panose="020B0502020202020204" pitchFamily="34" charset="0"/>
                        </a:rPr>
                        <a:t>AI-Thinker camera module</a:t>
                      </a:r>
                    </a:p>
                    <a:p>
                      <a:r>
                        <a:rPr lang="en-US" sz="1800" dirty="0">
                          <a:latin typeface="Century Gothic" panose="020B0502020202020204" pitchFamily="34" charset="0"/>
                        </a:rPr>
                        <a:t>802.11b/g/n</a:t>
                      </a:r>
                    </a:p>
                    <a:p>
                      <a:r>
                        <a:rPr lang="en-US" sz="1800" dirty="0">
                          <a:latin typeface="Century Gothic" panose="020B0502020202020204" pitchFamily="34" charset="0"/>
                        </a:rPr>
                        <a:t>Bluetooth 4.2 with BLE</a:t>
                      </a:r>
                    </a:p>
                    <a:p>
                      <a:endParaRPr lang="en-US" sz="1800" dirty="0">
                        <a:latin typeface="Century Gothic" panose="020B0502020202020204" pitchFamily="34" charset="0"/>
                      </a:endParaRPr>
                    </a:p>
                  </a:txBody>
                  <a:tcPr anchor="ctr"/>
                </a:tc>
                <a:extLst>
                  <a:ext uri="{0D108BD9-81ED-4DB2-BD59-A6C34878D82A}">
                    <a16:rowId xmlns:a16="http://schemas.microsoft.com/office/drawing/2014/main" val="471452472"/>
                  </a:ext>
                </a:extLst>
              </a:tr>
              <a:tr h="540658">
                <a:tc>
                  <a:txBody>
                    <a:bodyPr/>
                    <a:lstStyle/>
                    <a:p>
                      <a:pPr algn="ctr"/>
                      <a:r>
                        <a:rPr lang="en-US" sz="1800" dirty="0"/>
                        <a:t>2.</a:t>
                      </a:r>
                      <a:endParaRPr lang="en-US" sz="1800" dirty="0">
                        <a:latin typeface="Century Gothic" panose="020B0502020202020204" pitchFamily="34" charset="0"/>
                      </a:endParaRPr>
                    </a:p>
                  </a:txBody>
                  <a:tcPr anchor="ctr"/>
                </a:tc>
                <a:tc>
                  <a:txBody>
                    <a:bodyPr/>
                    <a:lstStyle/>
                    <a:p>
                      <a:r>
                        <a:rPr lang="en-US" sz="1800" dirty="0">
                          <a:latin typeface="Century Gothic" panose="020B0502020202020204" pitchFamily="34" charset="0"/>
                        </a:rPr>
                        <a:t>FTDI</a:t>
                      </a:r>
                    </a:p>
                  </a:txBody>
                  <a:tcPr anchor="ctr"/>
                </a:tc>
                <a:tc>
                  <a:txBody>
                    <a:bodyPr/>
                    <a:lstStyle/>
                    <a:p>
                      <a:pPr marL="0" indent="0">
                        <a:buFont typeface="Arial" panose="020B0604020202020204" pitchFamily="34" charset="0"/>
                        <a:buNone/>
                      </a:pPr>
                      <a:r>
                        <a:rPr lang="en-US" sz="1800" baseline="0" dirty="0">
                          <a:latin typeface="Century Gothic" panose="020B0502020202020204" pitchFamily="34" charset="0"/>
                        </a:rPr>
                        <a:t>IC chip: FT232RL</a:t>
                      </a:r>
                    </a:p>
                    <a:p>
                      <a:pPr marL="0" indent="0">
                        <a:buFont typeface="Arial" panose="020B0604020202020204" pitchFamily="34" charset="0"/>
                        <a:buNone/>
                      </a:pPr>
                      <a:r>
                        <a:rPr lang="en-US" sz="1800" baseline="0" dirty="0">
                          <a:latin typeface="Century Gothic" panose="020B0502020202020204" pitchFamily="34" charset="0"/>
                        </a:rPr>
                        <a:t>Power supply: 5V or 3.3V</a:t>
                      </a:r>
                    </a:p>
                  </a:txBody>
                  <a:tcPr anchor="ctr"/>
                </a:tc>
                <a:extLst>
                  <a:ext uri="{0D108BD9-81ED-4DB2-BD59-A6C34878D82A}">
                    <a16:rowId xmlns:a16="http://schemas.microsoft.com/office/drawing/2014/main" val="3933577358"/>
                  </a:ext>
                </a:extLst>
              </a:tr>
              <a:tr h="308947">
                <a:tc>
                  <a:txBody>
                    <a:bodyPr/>
                    <a:lstStyle/>
                    <a:p>
                      <a:pPr algn="ctr"/>
                      <a:r>
                        <a:rPr lang="en-US" sz="1800" dirty="0"/>
                        <a:t>3.</a:t>
                      </a:r>
                      <a:endParaRPr lang="en-US" sz="1800" dirty="0">
                        <a:latin typeface="Century Gothic" panose="020B0502020202020204" pitchFamily="34" charset="0"/>
                      </a:endParaRPr>
                    </a:p>
                  </a:txBody>
                  <a:tcPr anchor="ctr"/>
                </a:tc>
                <a:tc>
                  <a:txBody>
                    <a:bodyPr/>
                    <a:lstStyle/>
                    <a:p>
                      <a:r>
                        <a:rPr lang="en-US" sz="1800" dirty="0">
                          <a:latin typeface="Century Gothic" panose="020B0502020202020204" pitchFamily="34" charset="0"/>
                        </a:rPr>
                        <a:t>Ultrasonic sensor</a:t>
                      </a:r>
                    </a:p>
                  </a:txBody>
                  <a:tcPr anchor="ctr"/>
                </a:tc>
                <a:tc>
                  <a:txBody>
                    <a:bodyPr/>
                    <a:lstStyle/>
                    <a:p>
                      <a:r>
                        <a:rPr lang="en-US" sz="1800" dirty="0">
                          <a:latin typeface="Century Gothic" panose="020B0502020202020204" pitchFamily="34" charset="0"/>
                        </a:rPr>
                        <a:t>HC-SR504 sensor module</a:t>
                      </a:r>
                    </a:p>
                  </a:txBody>
                  <a:tcPr anchor="ctr"/>
                </a:tc>
                <a:extLst>
                  <a:ext uri="{0D108BD9-81ED-4DB2-BD59-A6C34878D82A}">
                    <a16:rowId xmlns:a16="http://schemas.microsoft.com/office/drawing/2014/main" val="715931668"/>
                  </a:ext>
                </a:extLst>
              </a:tr>
              <a:tr h="308947">
                <a:tc>
                  <a:txBody>
                    <a:bodyPr/>
                    <a:lstStyle/>
                    <a:p>
                      <a:pPr algn="ctr"/>
                      <a:r>
                        <a:rPr lang="en-US" sz="1800" dirty="0"/>
                        <a:t>4.</a:t>
                      </a:r>
                      <a:endParaRPr lang="en-US" sz="1800" dirty="0">
                        <a:latin typeface="Century Gothic" panose="020B0502020202020204" pitchFamily="34" charset="0"/>
                      </a:endParaRPr>
                    </a:p>
                  </a:txBody>
                  <a:tcPr anchor="ctr"/>
                </a:tc>
                <a:tc>
                  <a:txBody>
                    <a:bodyPr/>
                    <a:lstStyle/>
                    <a:p>
                      <a:r>
                        <a:rPr lang="en-US" sz="1800" dirty="0">
                          <a:latin typeface="Century Gothic" panose="020B0502020202020204" pitchFamily="34" charset="0"/>
                        </a:rPr>
                        <a:t>MQ-2 gas sensor</a:t>
                      </a:r>
                    </a:p>
                  </a:txBody>
                  <a:tcPr anchor="ctr"/>
                </a:tc>
                <a:tc>
                  <a:txBody>
                    <a:bodyPr/>
                    <a:lstStyle/>
                    <a:p>
                      <a:r>
                        <a:rPr lang="en-US" sz="1800" dirty="0">
                          <a:latin typeface="Century Gothic" panose="020B0502020202020204" pitchFamily="34" charset="0"/>
                        </a:rPr>
                        <a:t>Power supply- 4.5V-5V DC</a:t>
                      </a:r>
                    </a:p>
                  </a:txBody>
                  <a:tcPr anchor="ctr"/>
                </a:tc>
                <a:extLst>
                  <a:ext uri="{0D108BD9-81ED-4DB2-BD59-A6C34878D82A}">
                    <a16:rowId xmlns:a16="http://schemas.microsoft.com/office/drawing/2014/main" val="2059415760"/>
                  </a:ext>
                </a:extLst>
              </a:tr>
              <a:tr h="772369">
                <a:tc>
                  <a:txBody>
                    <a:bodyPr/>
                    <a:lstStyle/>
                    <a:p>
                      <a:pPr algn="ctr"/>
                      <a:r>
                        <a:rPr lang="en-US" sz="1800" dirty="0">
                          <a:latin typeface="Century Gothic" panose="020B0502020202020204" pitchFamily="34" charset="0"/>
                        </a:rPr>
                        <a:t>5.</a:t>
                      </a:r>
                    </a:p>
                  </a:txBody>
                  <a:tcPr anchor="ctr"/>
                </a:tc>
                <a:tc>
                  <a:txBody>
                    <a:bodyPr/>
                    <a:lstStyle/>
                    <a:p>
                      <a:r>
                        <a:rPr lang="en-US" sz="1800" dirty="0">
                          <a:latin typeface="Century Gothic" panose="020B0502020202020204" pitchFamily="34" charset="0"/>
                        </a:rPr>
                        <a:t>MQ-135 sensor</a:t>
                      </a:r>
                    </a:p>
                  </a:txBody>
                  <a:tcPr anchor="ctr"/>
                </a:tc>
                <a:tc>
                  <a:txBody>
                    <a:bodyPr/>
                    <a:lstStyle/>
                    <a:p>
                      <a:r>
                        <a:rPr lang="en-US" sz="1800" dirty="0">
                          <a:latin typeface="Century Gothic" panose="020B0502020202020204" pitchFamily="34" charset="0"/>
                        </a:rPr>
                        <a:t>Operating voltage: +5V</a:t>
                      </a:r>
                    </a:p>
                    <a:p>
                      <a:r>
                        <a:rPr lang="en-US" sz="1800" dirty="0">
                          <a:latin typeface="Century Gothic" panose="020B0502020202020204" pitchFamily="34" charset="0"/>
                        </a:rPr>
                        <a:t>Output voltage: Analog 0-5V</a:t>
                      </a:r>
                    </a:p>
                    <a:p>
                      <a:r>
                        <a:rPr lang="en-US" sz="1800" dirty="0">
                          <a:latin typeface="Century Gothic" panose="020B0502020202020204" pitchFamily="34" charset="0"/>
                        </a:rPr>
                        <a:t>                             Digital 5V</a:t>
                      </a:r>
                    </a:p>
                  </a:txBody>
                  <a:tcPr anchor="ctr"/>
                </a:tc>
                <a:extLst>
                  <a:ext uri="{0D108BD9-81ED-4DB2-BD59-A6C34878D82A}">
                    <a16:rowId xmlns:a16="http://schemas.microsoft.com/office/drawing/2014/main" val="1247923117"/>
                  </a:ext>
                </a:extLst>
              </a:tr>
              <a:tr h="540658">
                <a:tc>
                  <a:txBody>
                    <a:bodyPr/>
                    <a:lstStyle/>
                    <a:p>
                      <a:pPr algn="ctr"/>
                      <a:r>
                        <a:rPr lang="en-US" sz="1800" dirty="0">
                          <a:latin typeface="Century Gothic" panose="020B0502020202020204" pitchFamily="34" charset="0"/>
                        </a:rPr>
                        <a:t>6.</a:t>
                      </a:r>
                    </a:p>
                  </a:txBody>
                  <a:tcPr anchor="ctr"/>
                </a:tc>
                <a:tc>
                  <a:txBody>
                    <a:bodyPr/>
                    <a:lstStyle/>
                    <a:p>
                      <a:r>
                        <a:rPr lang="en-US" sz="1800" dirty="0">
                          <a:latin typeface="Century Gothic" panose="020B0502020202020204" pitchFamily="34" charset="0"/>
                        </a:rPr>
                        <a:t>IR proximity sensor</a:t>
                      </a:r>
                    </a:p>
                  </a:txBody>
                  <a:tcPr anchor="ctr"/>
                </a:tc>
                <a:tc>
                  <a:txBody>
                    <a:bodyPr/>
                    <a:lstStyle/>
                    <a:p>
                      <a:r>
                        <a:rPr lang="en-US" sz="1800" dirty="0">
                          <a:latin typeface="Century Gothic" panose="020B0502020202020204" pitchFamily="34" charset="0"/>
                        </a:rPr>
                        <a:t>Input voltage: 5V DC</a:t>
                      </a:r>
                    </a:p>
                    <a:p>
                      <a:r>
                        <a:rPr lang="en-US" sz="1800" dirty="0">
                          <a:latin typeface="Century Gothic" panose="020B0502020202020204" pitchFamily="34" charset="0"/>
                        </a:rPr>
                        <a:t>Digital output</a:t>
                      </a:r>
                    </a:p>
                  </a:txBody>
                  <a:tcPr anchor="ctr"/>
                </a:tc>
                <a:extLst>
                  <a:ext uri="{0D108BD9-81ED-4DB2-BD59-A6C34878D82A}">
                    <a16:rowId xmlns:a16="http://schemas.microsoft.com/office/drawing/2014/main" val="593759789"/>
                  </a:ext>
                </a:extLst>
              </a:tr>
              <a:tr h="540658">
                <a:tc>
                  <a:txBody>
                    <a:bodyPr/>
                    <a:lstStyle/>
                    <a:p>
                      <a:pPr algn="ctr"/>
                      <a:r>
                        <a:rPr lang="en-US" sz="1800" dirty="0">
                          <a:latin typeface="Century Gothic" panose="020B0502020202020204" pitchFamily="34" charset="0"/>
                        </a:rPr>
                        <a:t>7.</a:t>
                      </a:r>
                    </a:p>
                  </a:txBody>
                  <a:tcPr anchor="ctr"/>
                </a:tc>
                <a:tc>
                  <a:txBody>
                    <a:bodyPr/>
                    <a:lstStyle/>
                    <a:p>
                      <a:r>
                        <a:rPr lang="en-US" sz="1800" dirty="0">
                          <a:latin typeface="Century Gothic" panose="020B0502020202020204" pitchFamily="34" charset="0"/>
                        </a:rPr>
                        <a:t>Magnetic float sensor</a:t>
                      </a:r>
                    </a:p>
                  </a:txBody>
                  <a:tcPr anchor="ctr"/>
                </a:tc>
                <a:tc>
                  <a:txBody>
                    <a:bodyPr/>
                    <a:lstStyle/>
                    <a:p>
                      <a:r>
                        <a:rPr lang="en-US" sz="1800" dirty="0">
                          <a:latin typeface="Century Gothic" panose="020B0502020202020204" pitchFamily="34" charset="0"/>
                        </a:rPr>
                        <a:t>Switch current: 0.5A</a:t>
                      </a:r>
                    </a:p>
                    <a:p>
                      <a:r>
                        <a:rPr lang="en-US" sz="1800" dirty="0">
                          <a:latin typeface="Century Gothic" panose="020B0502020202020204" pitchFamily="34" charset="0"/>
                        </a:rPr>
                        <a:t>Switch voltage: 100v DC</a:t>
                      </a:r>
                    </a:p>
                  </a:txBody>
                  <a:tcPr anchor="ctr"/>
                </a:tc>
                <a:extLst>
                  <a:ext uri="{0D108BD9-81ED-4DB2-BD59-A6C34878D82A}">
                    <a16:rowId xmlns:a16="http://schemas.microsoft.com/office/drawing/2014/main" val="27199618"/>
                  </a:ext>
                </a:extLst>
              </a:tr>
            </a:tbl>
          </a:graphicData>
        </a:graphic>
      </p:graphicFrame>
    </p:spTree>
    <p:extLst>
      <p:ext uri="{BB962C8B-B14F-4D97-AF65-F5344CB8AC3E}">
        <p14:creationId xmlns:p14="http://schemas.microsoft.com/office/powerpoint/2010/main" val="2170277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42C75-B2E3-4690-B9CD-F233C2ED32E5}"/>
              </a:ext>
            </a:extLst>
          </p:cNvPr>
          <p:cNvSpPr>
            <a:spLocks noGrp="1"/>
          </p:cNvSpPr>
          <p:nvPr>
            <p:ph type="title"/>
          </p:nvPr>
        </p:nvSpPr>
        <p:spPr/>
        <p:txBody>
          <a:bodyPr vert="horz" lIns="91440" tIns="45720" rIns="91440" bIns="45720" rtlCol="0" anchor="ctr">
            <a:normAutofit/>
          </a:bodyPr>
          <a:lstStyle/>
          <a:p>
            <a:r>
              <a:rPr lang="en-IN" sz="4000" dirty="0">
                <a:latin typeface="Comic Sans MS" panose="030F0702030302020204" pitchFamily="66" charset="0"/>
              </a:rPr>
              <a:t>Software specifications</a:t>
            </a:r>
          </a:p>
        </p:txBody>
      </p:sp>
      <p:sp>
        <p:nvSpPr>
          <p:cNvPr id="3" name="Content Placeholder 2">
            <a:extLst>
              <a:ext uri="{FF2B5EF4-FFF2-40B4-BE49-F238E27FC236}">
                <a16:creationId xmlns:a16="http://schemas.microsoft.com/office/drawing/2014/main" id="{D04CFE55-201C-4566-8806-C33D263BCEF5}"/>
              </a:ext>
            </a:extLst>
          </p:cNvPr>
          <p:cNvSpPr>
            <a:spLocks noGrp="1"/>
          </p:cNvSpPr>
          <p:nvPr>
            <p:ph idx="1"/>
          </p:nvPr>
        </p:nvSpPr>
        <p:spPr/>
        <p:txBody>
          <a:bodyPr>
            <a:normAutofit/>
          </a:bodyPr>
          <a:lstStyle/>
          <a:p>
            <a:r>
              <a:rPr lang="en-IN" sz="2400" dirty="0">
                <a:latin typeface="Century Schoolbook" panose="02040604050505020304" pitchFamily="18" charset="0"/>
              </a:rPr>
              <a:t>Arduino IDE</a:t>
            </a:r>
          </a:p>
          <a:p>
            <a:r>
              <a:rPr lang="en-IN" sz="2400" dirty="0">
                <a:latin typeface="Century Schoolbook" panose="02040604050505020304" pitchFamily="18" charset="0"/>
              </a:rPr>
              <a:t>Things speak</a:t>
            </a:r>
          </a:p>
          <a:p>
            <a:r>
              <a:rPr lang="en-IN" sz="2400" dirty="0">
                <a:latin typeface="Century Schoolbook" panose="02040604050505020304" pitchFamily="18" charset="0"/>
              </a:rPr>
              <a:t>Python</a:t>
            </a:r>
          </a:p>
          <a:p>
            <a:r>
              <a:rPr lang="en-IN" sz="2400" dirty="0">
                <a:latin typeface="Century Schoolbook" panose="02040604050505020304" pitchFamily="18" charset="0"/>
              </a:rPr>
              <a:t>Django </a:t>
            </a:r>
          </a:p>
          <a:p>
            <a:r>
              <a:rPr lang="en-IN" sz="2400" dirty="0">
                <a:latin typeface="Century Schoolbook" panose="02040604050505020304" pitchFamily="18" charset="0"/>
              </a:rPr>
              <a:t>Bootstrap</a:t>
            </a:r>
          </a:p>
          <a:p>
            <a:r>
              <a:rPr lang="en-IN" sz="2400" dirty="0">
                <a:latin typeface="Century Schoolbook" panose="02040604050505020304" pitchFamily="18" charset="0"/>
              </a:rPr>
              <a:t>HTML</a:t>
            </a:r>
          </a:p>
          <a:p>
            <a:r>
              <a:rPr lang="en-IN" sz="2400" dirty="0">
                <a:latin typeface="Century Schoolbook" panose="02040604050505020304" pitchFamily="18" charset="0"/>
              </a:rPr>
              <a:t>CSS</a:t>
            </a:r>
          </a:p>
          <a:p>
            <a:r>
              <a:rPr lang="en-IN" sz="2400" dirty="0">
                <a:latin typeface="Century Schoolbook" panose="02040604050505020304" pitchFamily="18" charset="0"/>
              </a:rPr>
              <a:t>Java Script</a:t>
            </a:r>
          </a:p>
          <a:p>
            <a:endParaRPr lang="en-IN" sz="2400" dirty="0">
              <a:latin typeface="Century Schoolbook" panose="02040604050505020304" pitchFamily="18" charset="0"/>
            </a:endParaRPr>
          </a:p>
        </p:txBody>
      </p:sp>
    </p:spTree>
    <p:extLst>
      <p:ext uri="{BB962C8B-B14F-4D97-AF65-F5344CB8AC3E}">
        <p14:creationId xmlns:p14="http://schemas.microsoft.com/office/powerpoint/2010/main" val="2269140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376</TotalTime>
  <Words>533</Words>
  <Application>Microsoft Office PowerPoint</Application>
  <PresentationFormat>Widescreen</PresentationFormat>
  <Paragraphs>109</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Calibri Light</vt:lpstr>
      <vt:lpstr>Calisto MT</vt:lpstr>
      <vt:lpstr>Century Gothic</vt:lpstr>
      <vt:lpstr>Century Schoolbook</vt:lpstr>
      <vt:lpstr>Comic Sans MS</vt:lpstr>
      <vt:lpstr>Office Theme</vt:lpstr>
      <vt:lpstr>Smart Washroom Cleanliness Detector</vt:lpstr>
      <vt:lpstr>Introduction</vt:lpstr>
      <vt:lpstr>Literature Survey</vt:lpstr>
      <vt:lpstr>Objective</vt:lpstr>
      <vt:lpstr>Working principle</vt:lpstr>
      <vt:lpstr>Block diagram 1</vt:lpstr>
      <vt:lpstr>Block diagram 2</vt:lpstr>
      <vt:lpstr>Flowchart</vt:lpstr>
      <vt:lpstr>Hardware Specifications</vt:lpstr>
      <vt:lpstr>Software specifications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Washroom Cleanliness Detector</dc:title>
  <dc:creator>nehatshigvan@gmail.com</dc:creator>
  <cp:lastModifiedBy>nehatshigvan@gmail.com</cp:lastModifiedBy>
  <cp:revision>19</cp:revision>
  <dcterms:created xsi:type="dcterms:W3CDTF">2022-04-21T08:49:02Z</dcterms:created>
  <dcterms:modified xsi:type="dcterms:W3CDTF">2022-04-21T21:33:01Z</dcterms:modified>
</cp:coreProperties>
</file>